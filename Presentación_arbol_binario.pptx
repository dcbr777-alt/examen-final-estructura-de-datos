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302" r:id="rId39"/>
    <p:sldId id="290" r:id="rId40"/>
    <p:sldId id="292" r:id="rId41"/>
    <p:sldId id="303" r:id="rId42"/>
    <p:sldId id="304" r:id="rId43"/>
    <p:sldId id="305" r:id="rId44"/>
    <p:sldId id="306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314" r:id="rId53"/>
    <p:sldId id="315" r:id="rId54"/>
    <p:sldId id="316" r:id="rId55"/>
    <p:sldId id="317" r:id="rId56"/>
    <p:sldId id="318" r:id="rId57"/>
    <p:sldId id="319" r:id="rId58"/>
    <p:sldId id="320" r:id="rId59"/>
    <p:sldId id="321" r:id="rId60"/>
    <p:sldId id="322" r:id="rId61"/>
    <p:sldId id="323" r:id="rId62"/>
    <p:sldId id="324" r:id="rId63"/>
    <p:sldId id="325" r:id="rId64"/>
    <p:sldId id="326" r:id="rId65"/>
    <p:sldId id="327" r:id="rId66"/>
    <p:sldId id="328" r:id="rId67"/>
    <p:sldId id="329" r:id="rId68"/>
    <p:sldId id="330" r:id="rId69"/>
    <p:sldId id="331" r:id="rId70"/>
    <p:sldId id="332" r:id="rId71"/>
    <p:sldId id="333" r:id="rId72"/>
    <p:sldId id="334" r:id="rId73"/>
    <p:sldId id="335" r:id="rId74"/>
    <p:sldId id="336" r:id="rId75"/>
    <p:sldId id="337" r:id="rId76"/>
    <p:sldId id="338" r:id="rId77"/>
    <p:sldId id="339" r:id="rId78"/>
    <p:sldId id="340" r:id="rId79"/>
    <p:sldId id="341" r:id="rId80"/>
    <p:sldId id="342" r:id="rId81"/>
    <p:sldId id="343" r:id="rId82"/>
    <p:sldId id="344" r:id="rId83"/>
    <p:sldId id="345" r:id="rId84"/>
    <p:sldId id="346" r:id="rId85"/>
    <p:sldId id="347" r:id="rId86"/>
    <p:sldId id="348" r:id="rId87"/>
    <p:sldId id="349" r:id="rId88"/>
    <p:sldId id="350" r:id="rId89"/>
    <p:sldId id="351" r:id="rId90"/>
    <p:sldId id="352" r:id="rId9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tableStyles" Target="tableStyles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presProps" Target="presProps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F5AB2-840A-406A-B3A4-5C1FFE743F66}" type="datetimeFigureOut">
              <a:rPr lang="es-CO" smtClean="0"/>
              <a:t>3/06/2026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9DB10-0D5E-4955-95D6-B87A4D61AD6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03929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F5AB2-840A-406A-B3A4-5C1FFE743F66}" type="datetimeFigureOut">
              <a:rPr lang="es-CO" smtClean="0"/>
              <a:t>3/06/2026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9DB10-0D5E-4955-95D6-B87A4D61AD6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33166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F5AB2-840A-406A-B3A4-5C1FFE743F66}" type="datetimeFigureOut">
              <a:rPr lang="es-CO" smtClean="0"/>
              <a:t>3/06/2026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9DB10-0D5E-4955-95D6-B87A4D61AD6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851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F5AB2-840A-406A-B3A4-5C1FFE743F66}" type="datetimeFigureOut">
              <a:rPr lang="es-CO" smtClean="0"/>
              <a:t>3/06/2026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9DB10-0D5E-4955-95D6-B87A4D61AD6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0429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F5AB2-840A-406A-B3A4-5C1FFE743F66}" type="datetimeFigureOut">
              <a:rPr lang="es-CO" smtClean="0"/>
              <a:t>3/06/2026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9DB10-0D5E-4955-95D6-B87A4D61AD6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72190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F5AB2-840A-406A-B3A4-5C1FFE743F66}" type="datetimeFigureOut">
              <a:rPr lang="es-CO" smtClean="0"/>
              <a:t>3/06/2026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9DB10-0D5E-4955-95D6-B87A4D61AD6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96623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F5AB2-840A-406A-B3A4-5C1FFE743F66}" type="datetimeFigureOut">
              <a:rPr lang="es-CO" smtClean="0"/>
              <a:t>3/06/2026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9DB10-0D5E-4955-95D6-B87A4D61AD6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72920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F5AB2-840A-406A-B3A4-5C1FFE743F66}" type="datetimeFigureOut">
              <a:rPr lang="es-CO" smtClean="0"/>
              <a:t>3/06/2026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9DB10-0D5E-4955-95D6-B87A4D61AD6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8358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F5AB2-840A-406A-B3A4-5C1FFE743F66}" type="datetimeFigureOut">
              <a:rPr lang="es-CO" smtClean="0"/>
              <a:t>3/06/2026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9DB10-0D5E-4955-95D6-B87A4D61AD6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79218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F5AB2-840A-406A-B3A4-5C1FFE743F66}" type="datetimeFigureOut">
              <a:rPr lang="es-CO" smtClean="0"/>
              <a:t>3/06/2026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9DB10-0D5E-4955-95D6-B87A4D61AD6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83651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F5AB2-840A-406A-B3A4-5C1FFE743F66}" type="datetimeFigureOut">
              <a:rPr lang="es-CO" smtClean="0"/>
              <a:t>3/06/2026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9DB10-0D5E-4955-95D6-B87A4D61AD6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6926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F5AB2-840A-406A-B3A4-5C1FFE743F66}" type="datetimeFigureOut">
              <a:rPr lang="es-CO" smtClean="0"/>
              <a:t>3/06/2026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C9DB10-0D5E-4955-95D6-B87A4D61AD6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64343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65" name="Elipse 64">
            <a:extLst>
              <a:ext uri="{FF2B5EF4-FFF2-40B4-BE49-F238E27FC236}">
                <a16:creationId xmlns:a16="http://schemas.microsoft.com/office/drawing/2014/main" id="{0F009B82-E620-3F0A-263A-12C8973308B4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6" name="Elipse 65">
            <a:extLst>
              <a:ext uri="{FF2B5EF4-FFF2-40B4-BE49-F238E27FC236}">
                <a16:creationId xmlns:a16="http://schemas.microsoft.com/office/drawing/2014/main" id="{10288581-DF7C-264C-B8FB-65B21C88DA48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00501315-09DD-1865-3451-37C5ACD096C1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571D6D25-05ED-105B-84FC-CFD5685DDB60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A7C6BCF5-4F67-573A-D854-C925BDD7F2AE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D2938B88-0EB8-2F3B-C78F-FC0751C109D7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086521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lipse 6">
            <a:extLst>
              <a:ext uri="{FF2B5EF4-FFF2-40B4-BE49-F238E27FC236}">
                <a16:creationId xmlns:a16="http://schemas.microsoft.com/office/drawing/2014/main" id="{36AC448F-2148-F644-D546-9A7946032716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BCDCC573-FFC5-8763-7280-2F587D8EE1DF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76DC7C92-0DA9-AC76-B886-2C87769C6023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D9FC12B4-2171-2D27-5A0C-E114D92D14D2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5F87B76-86D6-51C5-67C0-8BF1D52DBB14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99CD445-D1D7-4C5A-99BC-562A402D83CB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</p:spTree>
    <p:extLst>
      <p:ext uri="{BB962C8B-B14F-4D97-AF65-F5344CB8AC3E}">
        <p14:creationId xmlns:p14="http://schemas.microsoft.com/office/powerpoint/2010/main" val="641689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5625548" y="1258092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8BAB379E-7DA0-9E0D-F03D-0114562F579C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D2DD31CC-18FF-CAEC-86E3-2BE02ED18BD3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59D1953B-D589-8906-4C1A-EBF9DABF968D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13430760-C0BC-B008-5027-39F7B34C4C75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6090A6C-D038-04B3-CBBD-82CEE232D2F6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78035B4-D558-D8D5-D002-CCB12EEE36F7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</p:spTree>
    <p:extLst>
      <p:ext uri="{BB962C8B-B14F-4D97-AF65-F5344CB8AC3E}">
        <p14:creationId xmlns:p14="http://schemas.microsoft.com/office/powerpoint/2010/main" val="4130950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3240156" y="1602649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16062141-46A5-5520-0FE6-B48231132019}"/>
              </a:ext>
            </a:extLst>
          </p:cNvPr>
          <p:cNvCxnSpPr>
            <a:cxnSpLocks/>
            <a:stCxn id="61" idx="4"/>
            <a:endCxn id="4" idx="0"/>
          </p:cNvCxnSpPr>
          <p:nvPr/>
        </p:nvCxnSpPr>
        <p:spPr>
          <a:xfrm flipH="1">
            <a:off x="3710608" y="1258957"/>
            <a:ext cx="2385392" cy="34369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8B978ED9-8F7A-6A80-A47E-99D0108C5BF0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0418473B-071A-044C-EC7A-A07B20281E95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62E0A45F-27E4-FE55-4AB8-EC3441C44486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F9CCCFA6-ED8C-0109-1A3A-3B0D58699AF4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7B78A2E-500B-AEF7-4B61-6BFE7F28E18B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064A24D-6C5A-A3AF-5FD5-41F0B89908E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</p:spTree>
    <p:extLst>
      <p:ext uri="{BB962C8B-B14F-4D97-AF65-F5344CB8AC3E}">
        <p14:creationId xmlns:p14="http://schemas.microsoft.com/office/powerpoint/2010/main" val="1867759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4ABD4AE7-4027-7078-2B25-551B67370102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19452EEA-7A53-5D94-8107-3AB441196A2D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2B7344D-F83F-513F-595C-07B434F7A32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7171BA6-2500-A294-C09B-173F63F48423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986543BF-6433-048B-1B4A-667A156CD66C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9025A96-0602-624C-0103-413D5C152CC5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BA320696-1682-0422-CC53-DA602E404BE6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AA9BDDD8-BF5A-ECD2-AD3E-43136176FBBF}"/>
              </a:ext>
            </a:extLst>
          </p:cNvPr>
          <p:cNvSpPr/>
          <p:nvPr/>
        </p:nvSpPr>
        <p:spPr>
          <a:xfrm>
            <a:off x="2705431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997023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5625548" y="1258092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5441D71A-B219-03BE-7B4B-3FA3519BC601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EB94EEA8-30D1-74D1-F936-31BCA405658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B3C909B-6AC8-B828-0530-DB14CB76DEC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12D061E-30A7-CB4C-73E7-0B1DFA82993F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EACC6C5F-A0A7-C1EE-E6CE-956E3837DC07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D47E8F28-7C36-FF42-0518-DA80F01C5250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C40B3172-D142-1ED2-813B-F52CBA01107F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64D555C5-B3E4-317E-AD6E-551E71D2A797}"/>
              </a:ext>
            </a:extLst>
          </p:cNvPr>
          <p:cNvSpPr/>
          <p:nvPr/>
        </p:nvSpPr>
        <p:spPr>
          <a:xfrm>
            <a:off x="2705431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590341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>
            <a:extLst>
              <a:ext uri="{FF2B5EF4-FFF2-40B4-BE49-F238E27FC236}">
                <a16:creationId xmlns:a16="http://schemas.microsoft.com/office/drawing/2014/main" id="{7E618547-5CB7-63BA-3A7D-C24B16209DC6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589BF4C1-A72D-A767-EAF1-5537F6C9FE1C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1A4CF15-5651-B439-8235-C9D88FD73147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74841C5-63DF-79B9-61E8-BF2C37F877E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BBF70124-E93C-1BC5-06D5-FC8898A0180A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B80CE292-7B6F-84A3-B5FD-A975F8E50419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EC28AACC-EFD9-BEB9-E887-BCF2019DC905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46D12C4E-4A36-3984-8CC2-40B8C424DAD6}"/>
              </a:ext>
            </a:extLst>
          </p:cNvPr>
          <p:cNvSpPr/>
          <p:nvPr/>
        </p:nvSpPr>
        <p:spPr>
          <a:xfrm>
            <a:off x="2705431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69502FEE-0986-30E9-93F3-E533692A315F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2E325615-8F23-91D5-AEA2-8099DD6099A4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227395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5BFE7853-B388-ABE2-E628-2F9F0C38A776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58C8D433-5D0F-8F3C-DBE5-25B542B3EC2B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55FC96C-5EF5-0894-915A-8A7DE75321A5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83A933A-C550-0798-0DEC-CB964E0F8085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7F4E4B98-4744-B5A4-8A4D-CAE6CCE49A22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285224C9-383E-2FD8-66BA-56D283D333B3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119E83AF-9158-30B8-32AD-026D287212A1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59E5D8D4-830F-93B7-6CC9-A5FF8B881DA8}"/>
              </a:ext>
            </a:extLst>
          </p:cNvPr>
          <p:cNvSpPr/>
          <p:nvPr/>
        </p:nvSpPr>
        <p:spPr>
          <a:xfrm>
            <a:off x="2705431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F1CEF4D3-2A2F-C5DB-1EFF-75AF6A72F36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5F683D8A-D870-2D4F-9CF2-8A93CA790B47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753480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5625548" y="1191833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5AC36194-B2BF-35F1-7D0B-F6C79B839B78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B5D346A5-5DE7-BEC0-87C8-9B9C8EFCCA04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03B1E13-0795-E790-949A-61DCFFBAF32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AD1C1F0-DAA1-DD5A-8873-6588CF1A5E96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0E9C7362-FB28-165C-849D-DE069192B049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25182052-4EBB-D28F-1685-23CC12132636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C32497D1-CBD8-4F2C-B763-7DAB9F20DBE8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45827D47-F707-4CFC-0628-62CD44F24B61}"/>
              </a:ext>
            </a:extLst>
          </p:cNvPr>
          <p:cNvSpPr/>
          <p:nvPr/>
        </p:nvSpPr>
        <p:spPr>
          <a:xfrm>
            <a:off x="2705431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89516CF6-8BF1-26AA-0EF1-6A052F812C7A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5E8FE979-CB35-426B-5BC5-2AAA7E1AC1C0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105801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2130287" y="2835101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236EBE7F-4B67-7C9D-EAD2-6452D777E704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9343D572-D4AF-F471-3279-A605B1256D2E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7739B32-AC27-6D0E-C97E-9ED81474E4FF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C0ABDFF-122A-D249-E443-7CD76EBAD918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1632F0E7-84FD-9618-3A07-15B91B55205C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2DF4F957-3EAE-9601-BE77-8B3DB05A6465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F5DD7290-0433-2765-6484-E179B3348DF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E991D8E9-1D1C-243B-56C9-C8D764536810}"/>
              </a:ext>
            </a:extLst>
          </p:cNvPr>
          <p:cNvSpPr/>
          <p:nvPr/>
        </p:nvSpPr>
        <p:spPr>
          <a:xfrm>
            <a:off x="2705431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F4F498D4-6652-982A-7B79-E1A09DA6C6FF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E035582B-09DB-CDB8-B701-D2F5AEC2D73E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12048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>
            <a:extLst>
              <a:ext uri="{FF2B5EF4-FFF2-40B4-BE49-F238E27FC236}">
                <a16:creationId xmlns:a16="http://schemas.microsoft.com/office/drawing/2014/main" id="{F8D745AB-A2BA-81BF-CE07-28BEDF2DB39A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42897BFE-E949-B652-DBD6-D1E870D2AAF5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18785D4-3852-E9EE-2F7A-DC49FF2069A5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AE4D6CF-D090-48FC-FED3-F10B7099A976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373E3DB5-BCA9-AC36-1493-6EE0E24DC7DC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1365E5BA-0066-AB4F-4E00-98BE309BF61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7661E62F-113D-C09A-701D-C1B90C2F9138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58668D8D-10E9-52AD-554E-264861939C52}"/>
              </a:ext>
            </a:extLst>
          </p:cNvPr>
          <p:cNvSpPr/>
          <p:nvPr/>
        </p:nvSpPr>
        <p:spPr>
          <a:xfrm>
            <a:off x="2705431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CC05356F-BBB4-7BFA-A9BA-4695DD3A0890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9345E67A-EE64-8688-6251-F6292455D913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5B8B150C-3BFC-54D9-61A1-0492C54E4BD0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734C2AE0-2FD6-3195-371E-711C51B8A9E5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5630633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42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2B6B5C55-2071-063C-BCDB-4335DA837170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3A1E023E-1039-38FD-2A44-3338C893C160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A32A3B0-6496-9FD6-97E9-2A1A8E31A13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06DA601-2CB1-CED7-0791-49BF896D0751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E4DDF38D-1838-59BA-8FFA-1774D67ADAC5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A6D124AE-2B87-E86D-4A57-235CC0B4C9AF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6E9B0C56-9608-5A8A-47E0-33DC186D41C1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DB16802D-16BE-2D6E-47D1-1A0F69DD9C4E}"/>
              </a:ext>
            </a:extLst>
          </p:cNvPr>
          <p:cNvSpPr/>
          <p:nvPr/>
        </p:nvSpPr>
        <p:spPr>
          <a:xfrm>
            <a:off x="2705431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91A192B7-5AE2-40FB-6297-3640BEDD46D7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91B6D512-CF73-6CBB-EACE-E1E2B924DA98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220263AF-2898-D5FD-3A2B-E53DF11DC7EA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9ECBCF90-C8CD-AF0C-0BEF-94AFCCA9C04C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748895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5863C01D-F8ED-4388-1089-F605E7210CDB}"/>
              </a:ext>
            </a:extLst>
          </p:cNvPr>
          <p:cNvSpPr/>
          <p:nvPr/>
        </p:nvSpPr>
        <p:spPr>
          <a:xfrm>
            <a:off x="5625548" y="1258092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42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9DCB129-BF71-2B01-EF7F-0AEF3DE62AFB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F2FA98F-B56A-D9C5-C38E-E2B9CA94BB2C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753BEA6-2DC1-949A-6747-1D8F12544E44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2DF95B5-D0A9-610B-647A-F44683F29820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64971DAA-3E39-FA12-0BB3-6C83F0BF0DAD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B6D80174-F6F8-AF67-1477-959AE6D2CECF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A0396F43-0E57-B774-F8E1-FBF53D6FA6C5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63AA73FC-FB27-EDD7-A66E-E21FA3A3AFF2}"/>
              </a:ext>
            </a:extLst>
          </p:cNvPr>
          <p:cNvSpPr/>
          <p:nvPr/>
        </p:nvSpPr>
        <p:spPr>
          <a:xfrm>
            <a:off x="2705431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A196BC85-8E7A-48A6-35D3-8EE8811AE6E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04F365AE-DB96-2863-56CF-9BCC0CCE2288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C8EA4F80-081A-7F9A-7967-3FCF33C4F728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16734767-E580-4D2A-7290-79D6B2B049F2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548083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5863C01D-F8ED-4388-1089-F605E7210CDB}"/>
              </a:ext>
            </a:extLst>
          </p:cNvPr>
          <p:cNvSpPr/>
          <p:nvPr/>
        </p:nvSpPr>
        <p:spPr>
          <a:xfrm>
            <a:off x="2130287" y="2835101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42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DA64E50B-43D2-DF40-1E16-C0F45CC5A2F0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88084A54-35F7-A57F-784B-C8703D42034B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58A5043-B9EC-04AD-05BF-F3BCBCC03192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DB95216-46BF-847D-CE89-D7F09BFF8681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537EB544-C3C6-5FCA-84C0-2ECCB9152D8E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139CB17D-4148-1DE4-AF62-3DB5AD8CD059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39B3DBB9-A0C6-DEC8-99E7-420AE094D5FF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0A7DD66B-C801-7F36-E08D-9D9E189C46C5}"/>
              </a:ext>
            </a:extLst>
          </p:cNvPr>
          <p:cNvSpPr/>
          <p:nvPr/>
        </p:nvSpPr>
        <p:spPr>
          <a:xfrm>
            <a:off x="2705431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3271CF65-9C95-2484-B3EA-6D4A52B976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55B467C7-6867-E15A-454C-343138719B99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771D2E97-BD5D-6ABD-74B6-7603DBC43164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BDF15147-801F-EC35-C8A0-128F547C7DF7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630502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5863C01D-F8ED-4388-1089-F605E7210CDB}"/>
              </a:ext>
            </a:extLst>
          </p:cNvPr>
          <p:cNvSpPr/>
          <p:nvPr/>
        </p:nvSpPr>
        <p:spPr>
          <a:xfrm>
            <a:off x="3803375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42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>
            <a:off x="2600739" y="2835101"/>
            <a:ext cx="1673088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85D14515-B1D4-A167-9CD0-4F973936419B}"/>
              </a:ext>
            </a:extLst>
          </p:cNvPr>
          <p:cNvSpPr/>
          <p:nvPr/>
        </p:nvSpPr>
        <p:spPr>
          <a:xfrm>
            <a:off x="3817443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C90C99F-BBCF-83A2-124E-567A6CCCECBC}"/>
              </a:ext>
            </a:extLst>
          </p:cNvPr>
          <p:cNvSpPr/>
          <p:nvPr/>
        </p:nvSpPr>
        <p:spPr>
          <a:xfrm>
            <a:off x="4378519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6354935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5863C01D-F8ED-4388-1089-F605E7210CDB}"/>
              </a:ext>
            </a:extLst>
          </p:cNvPr>
          <p:cNvSpPr/>
          <p:nvPr/>
        </p:nvSpPr>
        <p:spPr>
          <a:xfrm>
            <a:off x="3803375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42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>
            <a:off x="2600739" y="2835101"/>
            <a:ext cx="1673088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85D14515-B1D4-A167-9CD0-4F973936419B}"/>
              </a:ext>
            </a:extLst>
          </p:cNvPr>
          <p:cNvSpPr/>
          <p:nvPr/>
        </p:nvSpPr>
        <p:spPr>
          <a:xfrm>
            <a:off x="3817443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C90C99F-BBCF-83A2-124E-567A6CCCECBC}"/>
              </a:ext>
            </a:extLst>
          </p:cNvPr>
          <p:cNvSpPr/>
          <p:nvPr/>
        </p:nvSpPr>
        <p:spPr>
          <a:xfrm>
            <a:off x="4378519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030146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5863C01D-F8ED-4388-1089-F605E7210CDB}"/>
              </a:ext>
            </a:extLst>
          </p:cNvPr>
          <p:cNvSpPr/>
          <p:nvPr/>
        </p:nvSpPr>
        <p:spPr>
          <a:xfrm>
            <a:off x="3803375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42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>
            <a:off x="2600739" y="2835101"/>
            <a:ext cx="1673088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85D14515-B1D4-A167-9CD0-4F973936419B}"/>
              </a:ext>
            </a:extLst>
          </p:cNvPr>
          <p:cNvSpPr/>
          <p:nvPr/>
        </p:nvSpPr>
        <p:spPr>
          <a:xfrm>
            <a:off x="3817443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C90C99F-BBCF-83A2-124E-567A6CCCECBC}"/>
              </a:ext>
            </a:extLst>
          </p:cNvPr>
          <p:cNvSpPr/>
          <p:nvPr/>
        </p:nvSpPr>
        <p:spPr>
          <a:xfrm>
            <a:off x="4378519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5625548" y="1233318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</p:spTree>
    <p:extLst>
      <p:ext uri="{BB962C8B-B14F-4D97-AF65-F5344CB8AC3E}">
        <p14:creationId xmlns:p14="http://schemas.microsoft.com/office/powerpoint/2010/main" val="763416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5863C01D-F8ED-4388-1089-F605E7210CDB}"/>
              </a:ext>
            </a:extLst>
          </p:cNvPr>
          <p:cNvSpPr/>
          <p:nvPr/>
        </p:nvSpPr>
        <p:spPr>
          <a:xfrm>
            <a:off x="3803375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42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>
            <a:off x="2600739" y="2835101"/>
            <a:ext cx="1673088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85D14515-B1D4-A167-9CD0-4F973936419B}"/>
              </a:ext>
            </a:extLst>
          </p:cNvPr>
          <p:cNvSpPr/>
          <p:nvPr/>
        </p:nvSpPr>
        <p:spPr>
          <a:xfrm>
            <a:off x="3817443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C90C99F-BBCF-83A2-124E-567A6CCCECBC}"/>
              </a:ext>
            </a:extLst>
          </p:cNvPr>
          <p:cNvSpPr/>
          <p:nvPr/>
        </p:nvSpPr>
        <p:spPr>
          <a:xfrm>
            <a:off x="4378519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8650357" y="2835101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</p:spTree>
    <p:extLst>
      <p:ext uri="{BB962C8B-B14F-4D97-AF65-F5344CB8AC3E}">
        <p14:creationId xmlns:p14="http://schemas.microsoft.com/office/powerpoint/2010/main" val="2037382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5863C01D-F8ED-4388-1089-F605E7210CDB}"/>
              </a:ext>
            </a:extLst>
          </p:cNvPr>
          <p:cNvSpPr/>
          <p:nvPr/>
        </p:nvSpPr>
        <p:spPr>
          <a:xfrm>
            <a:off x="3803375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42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>
            <a:off x="2600739" y="2835101"/>
            <a:ext cx="1673088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85D14515-B1D4-A167-9CD0-4F973936419B}"/>
              </a:ext>
            </a:extLst>
          </p:cNvPr>
          <p:cNvSpPr/>
          <p:nvPr/>
        </p:nvSpPr>
        <p:spPr>
          <a:xfrm>
            <a:off x="3817443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C90C99F-BBCF-83A2-124E-567A6CCCECBC}"/>
              </a:ext>
            </a:extLst>
          </p:cNvPr>
          <p:cNvSpPr/>
          <p:nvPr/>
        </p:nvSpPr>
        <p:spPr>
          <a:xfrm>
            <a:off x="4378519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41531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5863C01D-F8ED-4388-1089-F605E7210CDB}"/>
              </a:ext>
            </a:extLst>
          </p:cNvPr>
          <p:cNvSpPr/>
          <p:nvPr/>
        </p:nvSpPr>
        <p:spPr>
          <a:xfrm>
            <a:off x="3803375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42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>
            <a:off x="2600739" y="2835101"/>
            <a:ext cx="1673088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85D14515-B1D4-A167-9CD0-4F973936419B}"/>
              </a:ext>
            </a:extLst>
          </p:cNvPr>
          <p:cNvSpPr/>
          <p:nvPr/>
        </p:nvSpPr>
        <p:spPr>
          <a:xfrm>
            <a:off x="3817443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C90C99F-BBCF-83A2-124E-567A6CCCECBC}"/>
              </a:ext>
            </a:extLst>
          </p:cNvPr>
          <p:cNvSpPr/>
          <p:nvPr/>
        </p:nvSpPr>
        <p:spPr>
          <a:xfrm>
            <a:off x="4378519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371507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5863C01D-F8ED-4388-1089-F605E7210CDB}"/>
              </a:ext>
            </a:extLst>
          </p:cNvPr>
          <p:cNvSpPr/>
          <p:nvPr/>
        </p:nvSpPr>
        <p:spPr>
          <a:xfrm>
            <a:off x="3803375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42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>
            <a:off x="2600739" y="2835101"/>
            <a:ext cx="1673088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85D14515-B1D4-A167-9CD0-4F973936419B}"/>
              </a:ext>
            </a:extLst>
          </p:cNvPr>
          <p:cNvSpPr/>
          <p:nvPr/>
        </p:nvSpPr>
        <p:spPr>
          <a:xfrm>
            <a:off x="3817443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C90C99F-BBCF-83A2-124E-567A6CCCECBC}"/>
              </a:ext>
            </a:extLst>
          </p:cNvPr>
          <p:cNvSpPr/>
          <p:nvPr/>
        </p:nvSpPr>
        <p:spPr>
          <a:xfrm>
            <a:off x="4378519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5621011" y="1258092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</p:spTree>
    <p:extLst>
      <p:ext uri="{BB962C8B-B14F-4D97-AF65-F5344CB8AC3E}">
        <p14:creationId xmlns:p14="http://schemas.microsoft.com/office/powerpoint/2010/main" val="1459904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5863C01D-F8ED-4388-1089-F605E7210CDB}"/>
              </a:ext>
            </a:extLst>
          </p:cNvPr>
          <p:cNvSpPr/>
          <p:nvPr/>
        </p:nvSpPr>
        <p:spPr>
          <a:xfrm>
            <a:off x="3803375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42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>
            <a:off x="2600739" y="2835101"/>
            <a:ext cx="1673088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85D14515-B1D4-A167-9CD0-4F973936419B}"/>
              </a:ext>
            </a:extLst>
          </p:cNvPr>
          <p:cNvSpPr/>
          <p:nvPr/>
        </p:nvSpPr>
        <p:spPr>
          <a:xfrm>
            <a:off x="3817443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C90C99F-BBCF-83A2-124E-567A6CCCECBC}"/>
              </a:ext>
            </a:extLst>
          </p:cNvPr>
          <p:cNvSpPr/>
          <p:nvPr/>
        </p:nvSpPr>
        <p:spPr>
          <a:xfrm>
            <a:off x="4378519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8650357" y="2833517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</p:spTree>
    <p:extLst>
      <p:ext uri="{BB962C8B-B14F-4D97-AF65-F5344CB8AC3E}">
        <p14:creationId xmlns:p14="http://schemas.microsoft.com/office/powerpoint/2010/main" val="3471348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5863C01D-F8ED-4388-1089-F605E7210CDB}"/>
              </a:ext>
            </a:extLst>
          </p:cNvPr>
          <p:cNvSpPr/>
          <p:nvPr/>
        </p:nvSpPr>
        <p:spPr>
          <a:xfrm>
            <a:off x="3803375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42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>
            <a:off x="2600739" y="2835101"/>
            <a:ext cx="1673088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85D14515-B1D4-A167-9CD0-4F973936419B}"/>
              </a:ext>
            </a:extLst>
          </p:cNvPr>
          <p:cNvSpPr/>
          <p:nvPr/>
        </p:nvSpPr>
        <p:spPr>
          <a:xfrm>
            <a:off x="3817443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C90C99F-BBCF-83A2-124E-567A6CCCECBC}"/>
              </a:ext>
            </a:extLst>
          </p:cNvPr>
          <p:cNvSpPr/>
          <p:nvPr/>
        </p:nvSpPr>
        <p:spPr>
          <a:xfrm>
            <a:off x="4378519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520995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40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5863C01D-F8ED-4388-1089-F605E7210CDB}"/>
              </a:ext>
            </a:extLst>
          </p:cNvPr>
          <p:cNvSpPr/>
          <p:nvPr/>
        </p:nvSpPr>
        <p:spPr>
          <a:xfrm>
            <a:off x="3803375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42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>
            <a:off x="2600739" y="2835101"/>
            <a:ext cx="1673088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85D14515-B1D4-A167-9CD0-4F973936419B}"/>
              </a:ext>
            </a:extLst>
          </p:cNvPr>
          <p:cNvSpPr/>
          <p:nvPr/>
        </p:nvSpPr>
        <p:spPr>
          <a:xfrm>
            <a:off x="3817443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C90C99F-BBCF-83A2-124E-567A6CCCECBC}"/>
              </a:ext>
            </a:extLst>
          </p:cNvPr>
          <p:cNvSpPr/>
          <p:nvPr/>
        </p:nvSpPr>
        <p:spPr>
          <a:xfrm>
            <a:off x="4378519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89970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5863C01D-F8ED-4388-1089-F605E7210CDB}"/>
              </a:ext>
            </a:extLst>
          </p:cNvPr>
          <p:cNvSpPr/>
          <p:nvPr/>
        </p:nvSpPr>
        <p:spPr>
          <a:xfrm>
            <a:off x="3803375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42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>
            <a:off x="2600739" y="2835101"/>
            <a:ext cx="1673088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85D14515-B1D4-A167-9CD0-4F973936419B}"/>
              </a:ext>
            </a:extLst>
          </p:cNvPr>
          <p:cNvSpPr/>
          <p:nvPr/>
        </p:nvSpPr>
        <p:spPr>
          <a:xfrm>
            <a:off x="3817443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C90C99F-BBCF-83A2-124E-567A6CCCECBC}"/>
              </a:ext>
            </a:extLst>
          </p:cNvPr>
          <p:cNvSpPr/>
          <p:nvPr/>
        </p:nvSpPr>
        <p:spPr>
          <a:xfrm>
            <a:off x="4378519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BFBC23A9-A3EA-DD5E-3D18-DEB457A6A38E}"/>
              </a:ext>
            </a:extLst>
          </p:cNvPr>
          <p:cNvSpPr/>
          <p:nvPr/>
        </p:nvSpPr>
        <p:spPr>
          <a:xfrm>
            <a:off x="5627817" y="119183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537454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5863C01D-F8ED-4388-1089-F605E7210CDB}"/>
              </a:ext>
            </a:extLst>
          </p:cNvPr>
          <p:cNvSpPr/>
          <p:nvPr/>
        </p:nvSpPr>
        <p:spPr>
          <a:xfrm>
            <a:off x="3803375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42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>
            <a:off x="2600739" y="2835101"/>
            <a:ext cx="1673088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85D14515-B1D4-A167-9CD0-4F973936419B}"/>
              </a:ext>
            </a:extLst>
          </p:cNvPr>
          <p:cNvSpPr/>
          <p:nvPr/>
        </p:nvSpPr>
        <p:spPr>
          <a:xfrm>
            <a:off x="3817443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C90C99F-BBCF-83A2-124E-567A6CCCECBC}"/>
              </a:ext>
            </a:extLst>
          </p:cNvPr>
          <p:cNvSpPr/>
          <p:nvPr/>
        </p:nvSpPr>
        <p:spPr>
          <a:xfrm>
            <a:off x="4378519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BFBC23A9-A3EA-DD5E-3D18-DEB457A6A38E}"/>
              </a:ext>
            </a:extLst>
          </p:cNvPr>
          <p:cNvSpPr/>
          <p:nvPr/>
        </p:nvSpPr>
        <p:spPr>
          <a:xfrm>
            <a:off x="2125750" y="2835101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311705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5863C01D-F8ED-4388-1089-F605E7210CDB}"/>
              </a:ext>
            </a:extLst>
          </p:cNvPr>
          <p:cNvSpPr/>
          <p:nvPr/>
        </p:nvSpPr>
        <p:spPr>
          <a:xfrm>
            <a:off x="3803375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42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>
            <a:off x="2600739" y="2835101"/>
            <a:ext cx="1673088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85D14515-B1D4-A167-9CD0-4F973936419B}"/>
              </a:ext>
            </a:extLst>
          </p:cNvPr>
          <p:cNvSpPr/>
          <p:nvPr/>
        </p:nvSpPr>
        <p:spPr>
          <a:xfrm>
            <a:off x="3817443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C90C99F-BBCF-83A2-124E-567A6CCCECBC}"/>
              </a:ext>
            </a:extLst>
          </p:cNvPr>
          <p:cNvSpPr/>
          <p:nvPr/>
        </p:nvSpPr>
        <p:spPr>
          <a:xfrm>
            <a:off x="4378519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BFBC23A9-A3EA-DD5E-3D18-DEB457A6A38E}"/>
              </a:ext>
            </a:extLst>
          </p:cNvPr>
          <p:cNvSpPr/>
          <p:nvPr/>
        </p:nvSpPr>
        <p:spPr>
          <a:xfrm>
            <a:off x="3803375" y="429053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26871102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5863C01D-F8ED-4388-1089-F605E7210CDB}"/>
              </a:ext>
            </a:extLst>
          </p:cNvPr>
          <p:cNvSpPr/>
          <p:nvPr/>
        </p:nvSpPr>
        <p:spPr>
          <a:xfrm>
            <a:off x="3803375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42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>
            <a:off x="2600739" y="2835101"/>
            <a:ext cx="1673088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561076" cy="52922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85D14515-B1D4-A167-9CD0-4F973936419B}"/>
              </a:ext>
            </a:extLst>
          </p:cNvPr>
          <p:cNvSpPr/>
          <p:nvPr/>
        </p:nvSpPr>
        <p:spPr>
          <a:xfrm>
            <a:off x="3817443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C90C99F-BBCF-83A2-124E-567A6CCCECBC}"/>
              </a:ext>
            </a:extLst>
          </p:cNvPr>
          <p:cNvSpPr/>
          <p:nvPr/>
        </p:nvSpPr>
        <p:spPr>
          <a:xfrm>
            <a:off x="4378519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BFBC23A9-A3EA-DD5E-3D18-DEB457A6A38E}"/>
              </a:ext>
            </a:extLst>
          </p:cNvPr>
          <p:cNvSpPr/>
          <p:nvPr/>
        </p:nvSpPr>
        <p:spPr>
          <a:xfrm>
            <a:off x="2130287" y="4822926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40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89718406-2DA7-18F9-192B-2522F3A74D22}"/>
              </a:ext>
            </a:extLst>
          </p:cNvPr>
          <p:cNvCxnSpPr>
            <a:cxnSpLocks/>
            <a:stCxn id="11" idx="4"/>
            <a:endCxn id="30" idx="0"/>
          </p:cNvCxnSpPr>
          <p:nvPr/>
        </p:nvCxnSpPr>
        <p:spPr>
          <a:xfrm flipH="1">
            <a:off x="2600739" y="4250634"/>
            <a:ext cx="1673088" cy="57229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lipse 40">
            <a:extLst>
              <a:ext uri="{FF2B5EF4-FFF2-40B4-BE49-F238E27FC236}">
                <a16:creationId xmlns:a16="http://schemas.microsoft.com/office/drawing/2014/main" id="{38492621-2A10-479B-81A5-382B1EFBA237}"/>
              </a:ext>
            </a:extLst>
          </p:cNvPr>
          <p:cNvSpPr/>
          <p:nvPr/>
        </p:nvSpPr>
        <p:spPr>
          <a:xfrm>
            <a:off x="2144355" y="4636677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A6FF2EC5-377A-9930-EF7D-BC74CA92B3F6}"/>
              </a:ext>
            </a:extLst>
          </p:cNvPr>
          <p:cNvSpPr/>
          <p:nvPr/>
        </p:nvSpPr>
        <p:spPr>
          <a:xfrm>
            <a:off x="2705431" y="4636677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705840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41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5863C01D-F8ED-4388-1089-F605E7210CDB}"/>
              </a:ext>
            </a:extLst>
          </p:cNvPr>
          <p:cNvSpPr/>
          <p:nvPr/>
        </p:nvSpPr>
        <p:spPr>
          <a:xfrm>
            <a:off x="3803375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42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>
            <a:off x="2600739" y="2835101"/>
            <a:ext cx="1673088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561076" cy="52922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85D14515-B1D4-A167-9CD0-4F973936419B}"/>
              </a:ext>
            </a:extLst>
          </p:cNvPr>
          <p:cNvSpPr/>
          <p:nvPr/>
        </p:nvSpPr>
        <p:spPr>
          <a:xfrm>
            <a:off x="3817443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C90C99F-BBCF-83A2-124E-567A6CCCECBC}"/>
              </a:ext>
            </a:extLst>
          </p:cNvPr>
          <p:cNvSpPr/>
          <p:nvPr/>
        </p:nvSpPr>
        <p:spPr>
          <a:xfrm>
            <a:off x="4378519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BFBC23A9-A3EA-DD5E-3D18-DEB457A6A38E}"/>
              </a:ext>
            </a:extLst>
          </p:cNvPr>
          <p:cNvSpPr/>
          <p:nvPr/>
        </p:nvSpPr>
        <p:spPr>
          <a:xfrm>
            <a:off x="2130287" y="4822926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40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89718406-2DA7-18F9-192B-2522F3A74D22}"/>
              </a:ext>
            </a:extLst>
          </p:cNvPr>
          <p:cNvCxnSpPr>
            <a:cxnSpLocks/>
            <a:stCxn id="11" idx="4"/>
            <a:endCxn id="30" idx="0"/>
          </p:cNvCxnSpPr>
          <p:nvPr/>
        </p:nvCxnSpPr>
        <p:spPr>
          <a:xfrm flipH="1">
            <a:off x="2600739" y="4250634"/>
            <a:ext cx="1673088" cy="57229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lipse 40">
            <a:extLst>
              <a:ext uri="{FF2B5EF4-FFF2-40B4-BE49-F238E27FC236}">
                <a16:creationId xmlns:a16="http://schemas.microsoft.com/office/drawing/2014/main" id="{38492621-2A10-479B-81A5-382B1EFBA237}"/>
              </a:ext>
            </a:extLst>
          </p:cNvPr>
          <p:cNvSpPr/>
          <p:nvPr/>
        </p:nvSpPr>
        <p:spPr>
          <a:xfrm>
            <a:off x="2144355" y="4636677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A6FF2EC5-377A-9930-EF7D-BC74CA92B3F6}"/>
              </a:ext>
            </a:extLst>
          </p:cNvPr>
          <p:cNvSpPr/>
          <p:nvPr/>
        </p:nvSpPr>
        <p:spPr>
          <a:xfrm>
            <a:off x="2705431" y="4636677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806332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5863C01D-F8ED-4388-1089-F605E7210CDB}"/>
              </a:ext>
            </a:extLst>
          </p:cNvPr>
          <p:cNvSpPr/>
          <p:nvPr/>
        </p:nvSpPr>
        <p:spPr>
          <a:xfrm>
            <a:off x="3803375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42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>
            <a:off x="2600739" y="2835101"/>
            <a:ext cx="1673088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561076" cy="52922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85D14515-B1D4-A167-9CD0-4F973936419B}"/>
              </a:ext>
            </a:extLst>
          </p:cNvPr>
          <p:cNvSpPr/>
          <p:nvPr/>
        </p:nvSpPr>
        <p:spPr>
          <a:xfrm>
            <a:off x="3817443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C90C99F-BBCF-83A2-124E-567A6CCCECBC}"/>
              </a:ext>
            </a:extLst>
          </p:cNvPr>
          <p:cNvSpPr/>
          <p:nvPr/>
        </p:nvSpPr>
        <p:spPr>
          <a:xfrm>
            <a:off x="4378519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BFBC23A9-A3EA-DD5E-3D18-DEB457A6A38E}"/>
              </a:ext>
            </a:extLst>
          </p:cNvPr>
          <p:cNvSpPr/>
          <p:nvPr/>
        </p:nvSpPr>
        <p:spPr>
          <a:xfrm>
            <a:off x="2130287" y="4822926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40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89718406-2DA7-18F9-192B-2522F3A74D22}"/>
              </a:ext>
            </a:extLst>
          </p:cNvPr>
          <p:cNvCxnSpPr>
            <a:cxnSpLocks/>
            <a:stCxn id="11" idx="4"/>
            <a:endCxn id="30" idx="0"/>
          </p:cNvCxnSpPr>
          <p:nvPr/>
        </p:nvCxnSpPr>
        <p:spPr>
          <a:xfrm flipH="1">
            <a:off x="2600739" y="4250634"/>
            <a:ext cx="1673088" cy="57229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lipse 40">
            <a:extLst>
              <a:ext uri="{FF2B5EF4-FFF2-40B4-BE49-F238E27FC236}">
                <a16:creationId xmlns:a16="http://schemas.microsoft.com/office/drawing/2014/main" id="{38492621-2A10-479B-81A5-382B1EFBA237}"/>
              </a:ext>
            </a:extLst>
          </p:cNvPr>
          <p:cNvSpPr/>
          <p:nvPr/>
        </p:nvSpPr>
        <p:spPr>
          <a:xfrm>
            <a:off x="2144355" y="4636677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A6FF2EC5-377A-9930-EF7D-BC74CA92B3F6}"/>
              </a:ext>
            </a:extLst>
          </p:cNvPr>
          <p:cNvSpPr/>
          <p:nvPr/>
        </p:nvSpPr>
        <p:spPr>
          <a:xfrm>
            <a:off x="2705431" y="4636677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00874E53-D1BB-B1AC-8797-F0FD9A89F358}"/>
              </a:ext>
            </a:extLst>
          </p:cNvPr>
          <p:cNvSpPr/>
          <p:nvPr/>
        </p:nvSpPr>
        <p:spPr>
          <a:xfrm>
            <a:off x="5625548" y="1258957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41738050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5863C01D-F8ED-4388-1089-F605E7210CDB}"/>
              </a:ext>
            </a:extLst>
          </p:cNvPr>
          <p:cNvSpPr/>
          <p:nvPr/>
        </p:nvSpPr>
        <p:spPr>
          <a:xfrm>
            <a:off x="3803375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42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>
            <a:off x="2600739" y="2835101"/>
            <a:ext cx="1673088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561076" cy="52922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85D14515-B1D4-A167-9CD0-4F973936419B}"/>
              </a:ext>
            </a:extLst>
          </p:cNvPr>
          <p:cNvSpPr/>
          <p:nvPr/>
        </p:nvSpPr>
        <p:spPr>
          <a:xfrm>
            <a:off x="3817443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C90C99F-BBCF-83A2-124E-567A6CCCECBC}"/>
              </a:ext>
            </a:extLst>
          </p:cNvPr>
          <p:cNvSpPr/>
          <p:nvPr/>
        </p:nvSpPr>
        <p:spPr>
          <a:xfrm>
            <a:off x="4378519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BFBC23A9-A3EA-DD5E-3D18-DEB457A6A38E}"/>
              </a:ext>
            </a:extLst>
          </p:cNvPr>
          <p:cNvSpPr/>
          <p:nvPr/>
        </p:nvSpPr>
        <p:spPr>
          <a:xfrm>
            <a:off x="2130287" y="4822926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40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89718406-2DA7-18F9-192B-2522F3A74D22}"/>
              </a:ext>
            </a:extLst>
          </p:cNvPr>
          <p:cNvCxnSpPr>
            <a:cxnSpLocks/>
            <a:stCxn id="11" idx="4"/>
            <a:endCxn id="30" idx="0"/>
          </p:cNvCxnSpPr>
          <p:nvPr/>
        </p:nvCxnSpPr>
        <p:spPr>
          <a:xfrm flipH="1">
            <a:off x="2600739" y="4250634"/>
            <a:ext cx="1673088" cy="57229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lipse 40">
            <a:extLst>
              <a:ext uri="{FF2B5EF4-FFF2-40B4-BE49-F238E27FC236}">
                <a16:creationId xmlns:a16="http://schemas.microsoft.com/office/drawing/2014/main" id="{38492621-2A10-479B-81A5-382B1EFBA237}"/>
              </a:ext>
            </a:extLst>
          </p:cNvPr>
          <p:cNvSpPr/>
          <p:nvPr/>
        </p:nvSpPr>
        <p:spPr>
          <a:xfrm>
            <a:off x="2144355" y="4636677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A6FF2EC5-377A-9930-EF7D-BC74CA92B3F6}"/>
              </a:ext>
            </a:extLst>
          </p:cNvPr>
          <p:cNvSpPr/>
          <p:nvPr/>
        </p:nvSpPr>
        <p:spPr>
          <a:xfrm>
            <a:off x="2705431" y="4636677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00874E53-D1BB-B1AC-8797-F0FD9A89F358}"/>
              </a:ext>
            </a:extLst>
          </p:cNvPr>
          <p:cNvSpPr/>
          <p:nvPr/>
        </p:nvSpPr>
        <p:spPr>
          <a:xfrm>
            <a:off x="2144355" y="2835101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23934539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5863C01D-F8ED-4388-1089-F605E7210CDB}"/>
              </a:ext>
            </a:extLst>
          </p:cNvPr>
          <p:cNvSpPr/>
          <p:nvPr/>
        </p:nvSpPr>
        <p:spPr>
          <a:xfrm>
            <a:off x="3803375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42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>
            <a:off x="2600739" y="2835101"/>
            <a:ext cx="1673088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561076" cy="52922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85D14515-B1D4-A167-9CD0-4F973936419B}"/>
              </a:ext>
            </a:extLst>
          </p:cNvPr>
          <p:cNvSpPr/>
          <p:nvPr/>
        </p:nvSpPr>
        <p:spPr>
          <a:xfrm>
            <a:off x="3817443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C90C99F-BBCF-83A2-124E-567A6CCCECBC}"/>
              </a:ext>
            </a:extLst>
          </p:cNvPr>
          <p:cNvSpPr/>
          <p:nvPr/>
        </p:nvSpPr>
        <p:spPr>
          <a:xfrm>
            <a:off x="4378519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BFBC23A9-A3EA-DD5E-3D18-DEB457A6A38E}"/>
              </a:ext>
            </a:extLst>
          </p:cNvPr>
          <p:cNvSpPr/>
          <p:nvPr/>
        </p:nvSpPr>
        <p:spPr>
          <a:xfrm>
            <a:off x="2130287" y="4822926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40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89718406-2DA7-18F9-192B-2522F3A74D22}"/>
              </a:ext>
            </a:extLst>
          </p:cNvPr>
          <p:cNvCxnSpPr>
            <a:cxnSpLocks/>
            <a:stCxn id="11" idx="4"/>
            <a:endCxn id="30" idx="0"/>
          </p:cNvCxnSpPr>
          <p:nvPr/>
        </p:nvCxnSpPr>
        <p:spPr>
          <a:xfrm flipH="1">
            <a:off x="2600739" y="4250634"/>
            <a:ext cx="1673088" cy="57229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lipse 40">
            <a:extLst>
              <a:ext uri="{FF2B5EF4-FFF2-40B4-BE49-F238E27FC236}">
                <a16:creationId xmlns:a16="http://schemas.microsoft.com/office/drawing/2014/main" id="{38492621-2A10-479B-81A5-382B1EFBA237}"/>
              </a:ext>
            </a:extLst>
          </p:cNvPr>
          <p:cNvSpPr/>
          <p:nvPr/>
        </p:nvSpPr>
        <p:spPr>
          <a:xfrm>
            <a:off x="2144355" y="4636677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A6FF2EC5-377A-9930-EF7D-BC74CA92B3F6}"/>
              </a:ext>
            </a:extLst>
          </p:cNvPr>
          <p:cNvSpPr/>
          <p:nvPr/>
        </p:nvSpPr>
        <p:spPr>
          <a:xfrm>
            <a:off x="2705431" y="4636677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00874E53-D1BB-B1AC-8797-F0FD9A89F358}"/>
              </a:ext>
            </a:extLst>
          </p:cNvPr>
          <p:cNvSpPr/>
          <p:nvPr/>
        </p:nvSpPr>
        <p:spPr>
          <a:xfrm>
            <a:off x="3803375" y="4272037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630325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5863C01D-F8ED-4388-1089-F605E7210CDB}"/>
              </a:ext>
            </a:extLst>
          </p:cNvPr>
          <p:cNvSpPr/>
          <p:nvPr/>
        </p:nvSpPr>
        <p:spPr>
          <a:xfrm>
            <a:off x="3803375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42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>
            <a:off x="2600739" y="2835101"/>
            <a:ext cx="1673088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561076" cy="52922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85D14515-B1D4-A167-9CD0-4F973936419B}"/>
              </a:ext>
            </a:extLst>
          </p:cNvPr>
          <p:cNvSpPr/>
          <p:nvPr/>
        </p:nvSpPr>
        <p:spPr>
          <a:xfrm>
            <a:off x="3817443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C90C99F-BBCF-83A2-124E-567A6CCCECBC}"/>
              </a:ext>
            </a:extLst>
          </p:cNvPr>
          <p:cNvSpPr/>
          <p:nvPr/>
        </p:nvSpPr>
        <p:spPr>
          <a:xfrm>
            <a:off x="4378519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BFBC23A9-A3EA-DD5E-3D18-DEB457A6A38E}"/>
              </a:ext>
            </a:extLst>
          </p:cNvPr>
          <p:cNvSpPr/>
          <p:nvPr/>
        </p:nvSpPr>
        <p:spPr>
          <a:xfrm>
            <a:off x="2130287" y="4822926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40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89718406-2DA7-18F9-192B-2522F3A74D22}"/>
              </a:ext>
            </a:extLst>
          </p:cNvPr>
          <p:cNvCxnSpPr>
            <a:cxnSpLocks/>
            <a:stCxn id="11" idx="4"/>
            <a:endCxn id="30" idx="0"/>
          </p:cNvCxnSpPr>
          <p:nvPr/>
        </p:nvCxnSpPr>
        <p:spPr>
          <a:xfrm flipH="1">
            <a:off x="2600739" y="4250634"/>
            <a:ext cx="1673088" cy="57229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lipse 40">
            <a:extLst>
              <a:ext uri="{FF2B5EF4-FFF2-40B4-BE49-F238E27FC236}">
                <a16:creationId xmlns:a16="http://schemas.microsoft.com/office/drawing/2014/main" id="{38492621-2A10-479B-81A5-382B1EFBA237}"/>
              </a:ext>
            </a:extLst>
          </p:cNvPr>
          <p:cNvSpPr/>
          <p:nvPr/>
        </p:nvSpPr>
        <p:spPr>
          <a:xfrm>
            <a:off x="2144355" y="4636677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A6FF2EC5-377A-9930-EF7D-BC74CA92B3F6}"/>
              </a:ext>
            </a:extLst>
          </p:cNvPr>
          <p:cNvSpPr/>
          <p:nvPr/>
        </p:nvSpPr>
        <p:spPr>
          <a:xfrm>
            <a:off x="2705431" y="4636677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00874E53-D1BB-B1AC-8797-F0FD9A89F358}"/>
              </a:ext>
            </a:extLst>
          </p:cNvPr>
          <p:cNvSpPr/>
          <p:nvPr/>
        </p:nvSpPr>
        <p:spPr>
          <a:xfrm>
            <a:off x="2130287" y="5644560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977081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5863C01D-F8ED-4388-1089-F605E7210CDB}"/>
              </a:ext>
            </a:extLst>
          </p:cNvPr>
          <p:cNvSpPr/>
          <p:nvPr/>
        </p:nvSpPr>
        <p:spPr>
          <a:xfrm>
            <a:off x="3803375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42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>
            <a:off x="2600739" y="2835101"/>
            <a:ext cx="1673088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561076" cy="52922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85D14515-B1D4-A167-9CD0-4F973936419B}"/>
              </a:ext>
            </a:extLst>
          </p:cNvPr>
          <p:cNvSpPr/>
          <p:nvPr/>
        </p:nvSpPr>
        <p:spPr>
          <a:xfrm>
            <a:off x="3817443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C90C99F-BBCF-83A2-124E-567A6CCCECBC}"/>
              </a:ext>
            </a:extLst>
          </p:cNvPr>
          <p:cNvSpPr/>
          <p:nvPr/>
        </p:nvSpPr>
        <p:spPr>
          <a:xfrm>
            <a:off x="4378519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BFBC23A9-A3EA-DD5E-3D18-DEB457A6A38E}"/>
              </a:ext>
            </a:extLst>
          </p:cNvPr>
          <p:cNvSpPr/>
          <p:nvPr/>
        </p:nvSpPr>
        <p:spPr>
          <a:xfrm>
            <a:off x="2130287" y="4822926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40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89718406-2DA7-18F9-192B-2522F3A74D22}"/>
              </a:ext>
            </a:extLst>
          </p:cNvPr>
          <p:cNvCxnSpPr>
            <a:cxnSpLocks/>
            <a:stCxn id="11" idx="4"/>
            <a:endCxn id="30" idx="0"/>
          </p:cNvCxnSpPr>
          <p:nvPr/>
        </p:nvCxnSpPr>
        <p:spPr>
          <a:xfrm flipH="1">
            <a:off x="2600739" y="4250634"/>
            <a:ext cx="1673088" cy="57229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lipse 40">
            <a:extLst>
              <a:ext uri="{FF2B5EF4-FFF2-40B4-BE49-F238E27FC236}">
                <a16:creationId xmlns:a16="http://schemas.microsoft.com/office/drawing/2014/main" id="{38492621-2A10-479B-81A5-382B1EFBA237}"/>
              </a:ext>
            </a:extLst>
          </p:cNvPr>
          <p:cNvSpPr/>
          <p:nvPr/>
        </p:nvSpPr>
        <p:spPr>
          <a:xfrm>
            <a:off x="2144355" y="4636677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A6FF2EC5-377A-9930-EF7D-BC74CA92B3F6}"/>
              </a:ext>
            </a:extLst>
          </p:cNvPr>
          <p:cNvSpPr/>
          <p:nvPr/>
        </p:nvSpPr>
        <p:spPr>
          <a:xfrm>
            <a:off x="2705431" y="4636677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0" idx="4"/>
            <a:endCxn id="31" idx="0"/>
          </p:cNvCxnSpPr>
          <p:nvPr/>
        </p:nvCxnSpPr>
        <p:spPr>
          <a:xfrm>
            <a:off x="2600739" y="5644560"/>
            <a:ext cx="1673088" cy="23767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upo 47">
            <a:extLst>
              <a:ext uri="{FF2B5EF4-FFF2-40B4-BE49-F238E27FC236}">
                <a16:creationId xmlns:a16="http://schemas.microsoft.com/office/drawing/2014/main" id="{39620CB1-2695-8E4B-06A6-8B20D9A49ABB}"/>
              </a:ext>
            </a:extLst>
          </p:cNvPr>
          <p:cNvGrpSpPr/>
          <p:nvPr/>
        </p:nvGrpSpPr>
        <p:grpSpPr>
          <a:xfrm>
            <a:off x="3803375" y="5644560"/>
            <a:ext cx="940904" cy="1059311"/>
            <a:chOff x="253932" y="5798689"/>
            <a:chExt cx="940904" cy="1059311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8" y="579868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6D56185B-A1E5-B9F5-977E-817A13FC0D92}"/>
              </a:ext>
            </a:extLst>
          </p:cNvPr>
          <p:cNvSpPr/>
          <p:nvPr/>
        </p:nvSpPr>
        <p:spPr>
          <a:xfrm>
            <a:off x="4150255" y="3110080"/>
            <a:ext cx="883814" cy="7545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ED8BBE5B-4675-79DB-4397-58AAE1BD1D36}"/>
              </a:ext>
            </a:extLst>
          </p:cNvPr>
          <p:cNvSpPr/>
          <p:nvPr/>
        </p:nvSpPr>
        <p:spPr>
          <a:xfrm>
            <a:off x="5946743" y="162344"/>
            <a:ext cx="883814" cy="7545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72745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5863C01D-F8ED-4388-1089-F605E7210CDB}"/>
              </a:ext>
            </a:extLst>
          </p:cNvPr>
          <p:cNvSpPr/>
          <p:nvPr/>
        </p:nvSpPr>
        <p:spPr>
          <a:xfrm>
            <a:off x="3803375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42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>
            <a:off x="2600739" y="2835101"/>
            <a:ext cx="1673088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561076" cy="52922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85D14515-B1D4-A167-9CD0-4F973936419B}"/>
              </a:ext>
            </a:extLst>
          </p:cNvPr>
          <p:cNvSpPr/>
          <p:nvPr/>
        </p:nvSpPr>
        <p:spPr>
          <a:xfrm>
            <a:off x="3817443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C90C99F-BBCF-83A2-124E-567A6CCCECBC}"/>
              </a:ext>
            </a:extLst>
          </p:cNvPr>
          <p:cNvSpPr/>
          <p:nvPr/>
        </p:nvSpPr>
        <p:spPr>
          <a:xfrm>
            <a:off x="4378519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BFBC23A9-A3EA-DD5E-3D18-DEB457A6A38E}"/>
              </a:ext>
            </a:extLst>
          </p:cNvPr>
          <p:cNvSpPr/>
          <p:nvPr/>
        </p:nvSpPr>
        <p:spPr>
          <a:xfrm>
            <a:off x="2130287" y="4822926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40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89718406-2DA7-18F9-192B-2522F3A74D22}"/>
              </a:ext>
            </a:extLst>
          </p:cNvPr>
          <p:cNvCxnSpPr>
            <a:cxnSpLocks/>
            <a:stCxn id="11" idx="4"/>
            <a:endCxn id="30" idx="0"/>
          </p:cNvCxnSpPr>
          <p:nvPr/>
        </p:nvCxnSpPr>
        <p:spPr>
          <a:xfrm flipH="1">
            <a:off x="2600739" y="4250634"/>
            <a:ext cx="1673088" cy="57229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lipse 40">
            <a:extLst>
              <a:ext uri="{FF2B5EF4-FFF2-40B4-BE49-F238E27FC236}">
                <a16:creationId xmlns:a16="http://schemas.microsoft.com/office/drawing/2014/main" id="{38492621-2A10-479B-81A5-382B1EFBA237}"/>
              </a:ext>
            </a:extLst>
          </p:cNvPr>
          <p:cNvSpPr/>
          <p:nvPr/>
        </p:nvSpPr>
        <p:spPr>
          <a:xfrm>
            <a:off x="2144355" y="4636677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A6FF2EC5-377A-9930-EF7D-BC74CA92B3F6}"/>
              </a:ext>
            </a:extLst>
          </p:cNvPr>
          <p:cNvSpPr/>
          <p:nvPr/>
        </p:nvSpPr>
        <p:spPr>
          <a:xfrm>
            <a:off x="2705431" y="4636677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0" idx="4"/>
            <a:endCxn id="31" idx="0"/>
          </p:cNvCxnSpPr>
          <p:nvPr/>
        </p:nvCxnSpPr>
        <p:spPr>
          <a:xfrm>
            <a:off x="2600739" y="5644560"/>
            <a:ext cx="1064479" cy="23767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o 38">
            <a:extLst>
              <a:ext uri="{FF2B5EF4-FFF2-40B4-BE49-F238E27FC236}">
                <a16:creationId xmlns:a16="http://schemas.microsoft.com/office/drawing/2014/main" id="{14E15BE5-50D4-4EF0-D196-87866D55A46D}"/>
              </a:ext>
            </a:extLst>
          </p:cNvPr>
          <p:cNvGrpSpPr/>
          <p:nvPr/>
        </p:nvGrpSpPr>
        <p:grpSpPr>
          <a:xfrm>
            <a:off x="3194766" y="5644560"/>
            <a:ext cx="940904" cy="1059311"/>
            <a:chOff x="253932" y="5798689"/>
            <a:chExt cx="940904" cy="1059311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8" y="579868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6D56185B-A1E5-B9F5-977E-817A13FC0D92}"/>
              </a:ext>
            </a:extLst>
          </p:cNvPr>
          <p:cNvSpPr/>
          <p:nvPr/>
        </p:nvSpPr>
        <p:spPr>
          <a:xfrm>
            <a:off x="4150255" y="3110080"/>
            <a:ext cx="883814" cy="7545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7" name="Arco 46">
            <a:extLst>
              <a:ext uri="{FF2B5EF4-FFF2-40B4-BE49-F238E27FC236}">
                <a16:creationId xmlns:a16="http://schemas.microsoft.com/office/drawing/2014/main" id="{08FF762D-FF75-4D65-1994-48757098EDC3}"/>
              </a:ext>
            </a:extLst>
          </p:cNvPr>
          <p:cNvSpPr/>
          <p:nvPr/>
        </p:nvSpPr>
        <p:spPr>
          <a:xfrm rot="18685296">
            <a:off x="3225131" y="2894764"/>
            <a:ext cx="2145726" cy="1990038"/>
          </a:xfrm>
          <a:prstGeom prst="arc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ADB87B62-A041-712C-43A1-B4168AB77E88}"/>
              </a:ext>
            </a:extLst>
          </p:cNvPr>
          <p:cNvSpPr/>
          <p:nvPr/>
        </p:nvSpPr>
        <p:spPr>
          <a:xfrm>
            <a:off x="5946743" y="162344"/>
            <a:ext cx="883814" cy="7545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27776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5863C01D-F8ED-4388-1089-F605E7210CDB}"/>
              </a:ext>
            </a:extLst>
          </p:cNvPr>
          <p:cNvSpPr/>
          <p:nvPr/>
        </p:nvSpPr>
        <p:spPr>
          <a:xfrm>
            <a:off x="3803375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42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>
            <a:off x="2600739" y="2835101"/>
            <a:ext cx="1673088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561076" cy="52922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85D14515-B1D4-A167-9CD0-4F973936419B}"/>
              </a:ext>
            </a:extLst>
          </p:cNvPr>
          <p:cNvSpPr/>
          <p:nvPr/>
        </p:nvSpPr>
        <p:spPr>
          <a:xfrm>
            <a:off x="3817443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C90C99F-BBCF-83A2-124E-567A6CCCECBC}"/>
              </a:ext>
            </a:extLst>
          </p:cNvPr>
          <p:cNvSpPr/>
          <p:nvPr/>
        </p:nvSpPr>
        <p:spPr>
          <a:xfrm>
            <a:off x="4378519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BFBC23A9-A3EA-DD5E-3D18-DEB457A6A38E}"/>
              </a:ext>
            </a:extLst>
          </p:cNvPr>
          <p:cNvSpPr/>
          <p:nvPr/>
        </p:nvSpPr>
        <p:spPr>
          <a:xfrm>
            <a:off x="2130287" y="4822926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40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89718406-2DA7-18F9-192B-2522F3A74D22}"/>
              </a:ext>
            </a:extLst>
          </p:cNvPr>
          <p:cNvCxnSpPr>
            <a:cxnSpLocks/>
            <a:stCxn id="11" idx="4"/>
            <a:endCxn id="30" idx="0"/>
          </p:cNvCxnSpPr>
          <p:nvPr/>
        </p:nvCxnSpPr>
        <p:spPr>
          <a:xfrm flipH="1">
            <a:off x="2600739" y="4250634"/>
            <a:ext cx="1673088" cy="57229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lipse 40">
            <a:extLst>
              <a:ext uri="{FF2B5EF4-FFF2-40B4-BE49-F238E27FC236}">
                <a16:creationId xmlns:a16="http://schemas.microsoft.com/office/drawing/2014/main" id="{38492621-2A10-479B-81A5-382B1EFBA237}"/>
              </a:ext>
            </a:extLst>
          </p:cNvPr>
          <p:cNvSpPr/>
          <p:nvPr/>
        </p:nvSpPr>
        <p:spPr>
          <a:xfrm>
            <a:off x="2144355" y="4636677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A6FF2EC5-377A-9930-EF7D-BC74CA92B3F6}"/>
              </a:ext>
            </a:extLst>
          </p:cNvPr>
          <p:cNvSpPr/>
          <p:nvPr/>
        </p:nvSpPr>
        <p:spPr>
          <a:xfrm>
            <a:off x="2705431" y="4636677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0" idx="4"/>
            <a:endCxn id="31" idx="0"/>
          </p:cNvCxnSpPr>
          <p:nvPr/>
        </p:nvCxnSpPr>
        <p:spPr>
          <a:xfrm>
            <a:off x="2600739" y="5644560"/>
            <a:ext cx="1112012" cy="23767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upo 49">
            <a:extLst>
              <a:ext uri="{FF2B5EF4-FFF2-40B4-BE49-F238E27FC236}">
                <a16:creationId xmlns:a16="http://schemas.microsoft.com/office/drawing/2014/main" id="{331276EF-EDDC-F2B3-F181-0254060B09E9}"/>
              </a:ext>
            </a:extLst>
          </p:cNvPr>
          <p:cNvGrpSpPr/>
          <p:nvPr/>
        </p:nvGrpSpPr>
        <p:grpSpPr>
          <a:xfrm>
            <a:off x="3242299" y="5644560"/>
            <a:ext cx="940904" cy="1059311"/>
            <a:chOff x="253932" y="5798689"/>
            <a:chExt cx="940904" cy="1059311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8" y="579868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6D56185B-A1E5-B9F5-977E-817A13FC0D92}"/>
              </a:ext>
            </a:extLst>
          </p:cNvPr>
          <p:cNvSpPr/>
          <p:nvPr/>
        </p:nvSpPr>
        <p:spPr>
          <a:xfrm>
            <a:off x="4150255" y="3110080"/>
            <a:ext cx="883814" cy="7545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7" name="Arco 46">
            <a:extLst>
              <a:ext uri="{FF2B5EF4-FFF2-40B4-BE49-F238E27FC236}">
                <a16:creationId xmlns:a16="http://schemas.microsoft.com/office/drawing/2014/main" id="{08FF762D-FF75-4D65-1994-48757098EDC3}"/>
              </a:ext>
            </a:extLst>
          </p:cNvPr>
          <p:cNvSpPr/>
          <p:nvPr/>
        </p:nvSpPr>
        <p:spPr>
          <a:xfrm>
            <a:off x="3313607" y="2775894"/>
            <a:ext cx="2145726" cy="1990038"/>
          </a:xfrm>
          <a:prstGeom prst="arc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ADB87B62-A041-712C-43A1-B4168AB77E88}"/>
              </a:ext>
            </a:extLst>
          </p:cNvPr>
          <p:cNvSpPr/>
          <p:nvPr/>
        </p:nvSpPr>
        <p:spPr>
          <a:xfrm>
            <a:off x="5946743" y="162344"/>
            <a:ext cx="883814" cy="7545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18454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>
            <a:off x="2600739" y="2835101"/>
            <a:ext cx="1673088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561076" cy="52922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736D42BE-B332-7612-88F8-731F916834CE}"/>
              </a:ext>
            </a:extLst>
          </p:cNvPr>
          <p:cNvGrpSpPr/>
          <p:nvPr/>
        </p:nvGrpSpPr>
        <p:grpSpPr>
          <a:xfrm>
            <a:off x="3803375" y="3285819"/>
            <a:ext cx="940904" cy="964815"/>
            <a:chOff x="3803375" y="3285819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3803375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3817443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4378519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89718406-2DA7-18F9-192B-2522F3A74D22}"/>
              </a:ext>
            </a:extLst>
          </p:cNvPr>
          <p:cNvCxnSpPr>
            <a:cxnSpLocks/>
            <a:stCxn id="11" idx="4"/>
            <a:endCxn id="30" idx="0"/>
          </p:cNvCxnSpPr>
          <p:nvPr/>
        </p:nvCxnSpPr>
        <p:spPr>
          <a:xfrm flipH="1">
            <a:off x="2413731" y="4250634"/>
            <a:ext cx="1860096" cy="73636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1943279" y="4800747"/>
            <a:ext cx="940904" cy="1007883"/>
            <a:chOff x="2130287" y="4636677"/>
            <a:chExt cx="940904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A6FF2EC5-377A-9930-EF7D-BC74CA92B3F6}"/>
                </a:ext>
              </a:extLst>
            </p:cNvPr>
            <p:cNvSpPr/>
            <p:nvPr/>
          </p:nvSpPr>
          <p:spPr>
            <a:xfrm>
              <a:off x="2705431" y="463667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0" idx="4"/>
            <a:endCxn id="31" idx="0"/>
          </p:cNvCxnSpPr>
          <p:nvPr/>
        </p:nvCxnSpPr>
        <p:spPr>
          <a:xfrm flipV="1">
            <a:off x="2413731" y="3407107"/>
            <a:ext cx="130686" cy="240152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2073965" y="3169430"/>
            <a:ext cx="940904" cy="1059311"/>
            <a:chOff x="253932" y="5798689"/>
            <a:chExt cx="940904" cy="1059311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8" y="579868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49" name="Elipse 48">
            <a:extLst>
              <a:ext uri="{FF2B5EF4-FFF2-40B4-BE49-F238E27FC236}">
                <a16:creationId xmlns:a16="http://schemas.microsoft.com/office/drawing/2014/main" id="{6D8B8DE1-916A-D256-39A6-383D2140883A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422148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>
            <a:off x="2600739" y="2835101"/>
            <a:ext cx="1936654" cy="210882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561076" cy="52922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736D42BE-B332-7612-88F8-731F916834CE}"/>
              </a:ext>
            </a:extLst>
          </p:cNvPr>
          <p:cNvGrpSpPr/>
          <p:nvPr/>
        </p:nvGrpSpPr>
        <p:grpSpPr>
          <a:xfrm>
            <a:off x="4066941" y="4800747"/>
            <a:ext cx="940904" cy="964815"/>
            <a:chOff x="3803375" y="3285819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3803375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3817443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4378519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89718406-2DA7-18F9-192B-2522F3A74D22}"/>
              </a:ext>
            </a:extLst>
          </p:cNvPr>
          <p:cNvCxnSpPr>
            <a:cxnSpLocks/>
            <a:stCxn id="11" idx="4"/>
            <a:endCxn id="30" idx="0"/>
          </p:cNvCxnSpPr>
          <p:nvPr/>
        </p:nvCxnSpPr>
        <p:spPr>
          <a:xfrm flipH="1" flipV="1">
            <a:off x="2413731" y="4986996"/>
            <a:ext cx="2123662" cy="778566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1943279" y="4800747"/>
            <a:ext cx="940904" cy="1007883"/>
            <a:chOff x="2130287" y="4636677"/>
            <a:chExt cx="940904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A6FF2EC5-377A-9930-EF7D-BC74CA92B3F6}"/>
                </a:ext>
              </a:extLst>
            </p:cNvPr>
            <p:cNvSpPr/>
            <p:nvPr/>
          </p:nvSpPr>
          <p:spPr>
            <a:xfrm>
              <a:off x="2705431" y="463667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0" idx="4"/>
            <a:endCxn id="31" idx="0"/>
          </p:cNvCxnSpPr>
          <p:nvPr/>
        </p:nvCxnSpPr>
        <p:spPr>
          <a:xfrm flipV="1">
            <a:off x="2413731" y="3425483"/>
            <a:ext cx="2123662" cy="238314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066941" y="3187806"/>
            <a:ext cx="940904" cy="1059311"/>
            <a:chOff x="253932" y="5798689"/>
            <a:chExt cx="940904" cy="1059311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8" y="579868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7EB042FE-F204-FE16-1C4B-AA1F77546AC1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159725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2600739" y="2835101"/>
            <a:ext cx="89783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561076" cy="52922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736D42BE-B332-7612-88F8-731F916834CE}"/>
              </a:ext>
            </a:extLst>
          </p:cNvPr>
          <p:cNvGrpSpPr/>
          <p:nvPr/>
        </p:nvGrpSpPr>
        <p:grpSpPr>
          <a:xfrm>
            <a:off x="4066941" y="4800747"/>
            <a:ext cx="940904" cy="964815"/>
            <a:chOff x="3803375" y="3285819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3803375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3817443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4378519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89718406-2DA7-18F9-192B-2522F3A74D22}"/>
              </a:ext>
            </a:extLst>
          </p:cNvPr>
          <p:cNvCxnSpPr>
            <a:cxnSpLocks/>
            <a:stCxn id="11" idx="4"/>
          </p:cNvCxnSpPr>
          <p:nvPr/>
        </p:nvCxnSpPr>
        <p:spPr>
          <a:xfrm flipH="1" flipV="1">
            <a:off x="3266507" y="4986996"/>
            <a:ext cx="1270886" cy="778566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1943279" y="4800747"/>
            <a:ext cx="940904" cy="1007883"/>
            <a:chOff x="2130287" y="4636677"/>
            <a:chExt cx="940904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A6FF2EC5-377A-9930-EF7D-BC74CA92B3F6}"/>
                </a:ext>
              </a:extLst>
            </p:cNvPr>
            <p:cNvSpPr/>
            <p:nvPr/>
          </p:nvSpPr>
          <p:spPr>
            <a:xfrm>
              <a:off x="2705431" y="463667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0" idx="4"/>
          </p:cNvCxnSpPr>
          <p:nvPr/>
        </p:nvCxnSpPr>
        <p:spPr>
          <a:xfrm flipV="1">
            <a:off x="2413731" y="4247117"/>
            <a:ext cx="992078" cy="156151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066941" y="3187806"/>
            <a:ext cx="940904" cy="1059311"/>
            <a:chOff x="253932" y="5798689"/>
            <a:chExt cx="940904" cy="1059311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8" y="579868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50" name="Elipse 49">
            <a:extLst>
              <a:ext uri="{FF2B5EF4-FFF2-40B4-BE49-F238E27FC236}">
                <a16:creationId xmlns:a16="http://schemas.microsoft.com/office/drawing/2014/main" id="{507EEAFA-4754-D08A-7793-1FA140B7B73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813901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31" idx="0"/>
          </p:cNvCxnSpPr>
          <p:nvPr/>
        </p:nvCxnSpPr>
        <p:spPr>
          <a:xfrm>
            <a:off x="2600739" y="2835101"/>
            <a:ext cx="193665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561076" cy="52922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736D42BE-B332-7612-88F8-731F916834CE}"/>
              </a:ext>
            </a:extLst>
          </p:cNvPr>
          <p:cNvGrpSpPr/>
          <p:nvPr/>
        </p:nvGrpSpPr>
        <p:grpSpPr>
          <a:xfrm>
            <a:off x="4066941" y="4800747"/>
            <a:ext cx="940904" cy="964815"/>
            <a:chOff x="3803375" y="3285819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3803375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3817443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4378519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89718406-2DA7-18F9-192B-2522F3A74D22}"/>
              </a:ext>
            </a:extLst>
          </p:cNvPr>
          <p:cNvCxnSpPr>
            <a:cxnSpLocks/>
          </p:cNvCxnSpPr>
          <p:nvPr/>
        </p:nvCxnSpPr>
        <p:spPr>
          <a:xfrm flipH="1" flipV="1">
            <a:off x="3071191" y="5170079"/>
            <a:ext cx="732184" cy="223556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1943279" y="4800747"/>
            <a:ext cx="940904" cy="1007883"/>
            <a:chOff x="2130287" y="4636677"/>
            <a:chExt cx="940904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A6FF2EC5-377A-9930-EF7D-BC74CA92B3F6}"/>
                </a:ext>
              </a:extLst>
            </p:cNvPr>
            <p:cNvSpPr/>
            <p:nvPr/>
          </p:nvSpPr>
          <p:spPr>
            <a:xfrm>
              <a:off x="2705431" y="463667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</p:cNvCxnSpPr>
          <p:nvPr/>
        </p:nvCxnSpPr>
        <p:spPr>
          <a:xfrm flipV="1">
            <a:off x="3044867" y="4072852"/>
            <a:ext cx="216187" cy="912561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066941" y="3187806"/>
            <a:ext cx="940904" cy="1059311"/>
            <a:chOff x="253932" y="5798689"/>
            <a:chExt cx="940904" cy="1059311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8" y="579868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53" name="Elipse 52">
            <a:extLst>
              <a:ext uri="{FF2B5EF4-FFF2-40B4-BE49-F238E27FC236}">
                <a16:creationId xmlns:a16="http://schemas.microsoft.com/office/drawing/2014/main" id="{F2B7CBF3-9C71-F5C6-41F0-5A41459FEE7E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34568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4537393" y="4247117"/>
            <a:ext cx="1558607" cy="6473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31" idx="0"/>
          </p:cNvCxnSpPr>
          <p:nvPr/>
        </p:nvCxnSpPr>
        <p:spPr>
          <a:xfrm>
            <a:off x="2600739" y="2835101"/>
            <a:ext cx="193665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561076" cy="52922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736D42BE-B332-7612-88F8-731F916834CE}"/>
              </a:ext>
            </a:extLst>
          </p:cNvPr>
          <p:cNvGrpSpPr/>
          <p:nvPr/>
        </p:nvGrpSpPr>
        <p:grpSpPr>
          <a:xfrm>
            <a:off x="5625548" y="4751335"/>
            <a:ext cx="940904" cy="964815"/>
            <a:chOff x="3803375" y="3285819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3803375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3817443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4378519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89718406-2DA7-18F9-192B-2522F3A74D22}"/>
              </a:ext>
            </a:extLst>
          </p:cNvPr>
          <p:cNvCxnSpPr>
            <a:cxnSpLocks/>
            <a:stCxn id="31" idx="4"/>
            <a:endCxn id="30" idx="0"/>
          </p:cNvCxnSpPr>
          <p:nvPr/>
        </p:nvCxnSpPr>
        <p:spPr>
          <a:xfrm flipH="1">
            <a:off x="3158654" y="4247117"/>
            <a:ext cx="1378739" cy="66893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2688202" y="4729801"/>
            <a:ext cx="940904" cy="1007883"/>
            <a:chOff x="2130287" y="4636677"/>
            <a:chExt cx="940904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A6FF2EC5-377A-9930-EF7D-BC74CA92B3F6}"/>
                </a:ext>
              </a:extLst>
            </p:cNvPr>
            <p:cNvSpPr/>
            <p:nvPr/>
          </p:nvSpPr>
          <p:spPr>
            <a:xfrm>
              <a:off x="2705431" y="463667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066941" y="3187806"/>
            <a:ext cx="940904" cy="1059311"/>
            <a:chOff x="253932" y="5798689"/>
            <a:chExt cx="940904" cy="1059311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8" y="579868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51" name="Elipse 50">
            <a:extLst>
              <a:ext uri="{FF2B5EF4-FFF2-40B4-BE49-F238E27FC236}">
                <a16:creationId xmlns:a16="http://schemas.microsoft.com/office/drawing/2014/main" id="{511B880F-8CB4-017A-783F-90A3FAF9F270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60739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4537393" y="4247117"/>
            <a:ext cx="1558607" cy="6473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31" idx="0"/>
          </p:cNvCxnSpPr>
          <p:nvPr/>
        </p:nvCxnSpPr>
        <p:spPr>
          <a:xfrm>
            <a:off x="2600739" y="2835101"/>
            <a:ext cx="193665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561076" cy="52922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736D42BE-B332-7612-88F8-731F916834CE}"/>
              </a:ext>
            </a:extLst>
          </p:cNvPr>
          <p:cNvGrpSpPr/>
          <p:nvPr/>
        </p:nvGrpSpPr>
        <p:grpSpPr>
          <a:xfrm>
            <a:off x="5625548" y="4751335"/>
            <a:ext cx="940904" cy="964815"/>
            <a:chOff x="3803375" y="3285819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3803375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3817443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4378519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89718406-2DA7-18F9-192B-2522F3A74D22}"/>
              </a:ext>
            </a:extLst>
          </p:cNvPr>
          <p:cNvCxnSpPr>
            <a:cxnSpLocks/>
            <a:stCxn id="31" idx="4"/>
            <a:endCxn id="30" idx="0"/>
          </p:cNvCxnSpPr>
          <p:nvPr/>
        </p:nvCxnSpPr>
        <p:spPr>
          <a:xfrm flipH="1">
            <a:off x="3158654" y="4247117"/>
            <a:ext cx="1378739" cy="66893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2688202" y="4729801"/>
            <a:ext cx="940904" cy="1007883"/>
            <a:chOff x="2130287" y="4636677"/>
            <a:chExt cx="940904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A6FF2EC5-377A-9930-EF7D-BC74CA92B3F6}"/>
                </a:ext>
              </a:extLst>
            </p:cNvPr>
            <p:cNvSpPr/>
            <p:nvPr/>
          </p:nvSpPr>
          <p:spPr>
            <a:xfrm>
              <a:off x="2705431" y="463667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066941" y="3187806"/>
            <a:ext cx="940904" cy="1059311"/>
            <a:chOff x="253932" y="5798689"/>
            <a:chExt cx="940904" cy="1059311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8" y="579868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3303294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4537393" y="4247117"/>
            <a:ext cx="1558607" cy="6473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31" idx="0"/>
          </p:cNvCxnSpPr>
          <p:nvPr/>
        </p:nvCxnSpPr>
        <p:spPr>
          <a:xfrm>
            <a:off x="2600739" y="2835101"/>
            <a:ext cx="193665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561076" cy="52922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736D42BE-B332-7612-88F8-731F916834CE}"/>
              </a:ext>
            </a:extLst>
          </p:cNvPr>
          <p:cNvGrpSpPr/>
          <p:nvPr/>
        </p:nvGrpSpPr>
        <p:grpSpPr>
          <a:xfrm>
            <a:off x="5625548" y="4751335"/>
            <a:ext cx="940904" cy="964815"/>
            <a:chOff x="3803375" y="3285819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3803375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3817443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4378519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89718406-2DA7-18F9-192B-2522F3A74D22}"/>
              </a:ext>
            </a:extLst>
          </p:cNvPr>
          <p:cNvCxnSpPr>
            <a:cxnSpLocks/>
            <a:stCxn id="31" idx="4"/>
            <a:endCxn id="30" idx="0"/>
          </p:cNvCxnSpPr>
          <p:nvPr/>
        </p:nvCxnSpPr>
        <p:spPr>
          <a:xfrm flipH="1">
            <a:off x="3158654" y="4247117"/>
            <a:ext cx="1378739" cy="66893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2688202" y="4729801"/>
            <a:ext cx="940904" cy="1007883"/>
            <a:chOff x="2130287" y="4636677"/>
            <a:chExt cx="940904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A6FF2EC5-377A-9930-EF7D-BC74CA92B3F6}"/>
                </a:ext>
              </a:extLst>
            </p:cNvPr>
            <p:cNvSpPr/>
            <p:nvPr/>
          </p:nvSpPr>
          <p:spPr>
            <a:xfrm>
              <a:off x="2705431" y="463667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066941" y="3187806"/>
            <a:ext cx="940904" cy="1059311"/>
            <a:chOff x="253932" y="5798689"/>
            <a:chExt cx="940904" cy="1059311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8" y="579868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D5FABCAA-F600-4587-5E9A-5B95B9CD3981}"/>
              </a:ext>
            </a:extLst>
          </p:cNvPr>
          <p:cNvSpPr/>
          <p:nvPr/>
        </p:nvSpPr>
        <p:spPr>
          <a:xfrm>
            <a:off x="5625548" y="1266897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3776979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4537393" y="4247117"/>
            <a:ext cx="1558607" cy="6473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31" idx="0"/>
          </p:cNvCxnSpPr>
          <p:nvPr/>
        </p:nvCxnSpPr>
        <p:spPr>
          <a:xfrm>
            <a:off x="2600739" y="2835101"/>
            <a:ext cx="193665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561076" cy="52922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736D42BE-B332-7612-88F8-731F916834CE}"/>
              </a:ext>
            </a:extLst>
          </p:cNvPr>
          <p:cNvGrpSpPr/>
          <p:nvPr/>
        </p:nvGrpSpPr>
        <p:grpSpPr>
          <a:xfrm>
            <a:off x="5625548" y="4751335"/>
            <a:ext cx="940904" cy="964815"/>
            <a:chOff x="3803375" y="3285819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3803375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3817443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4378519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89718406-2DA7-18F9-192B-2522F3A74D22}"/>
              </a:ext>
            </a:extLst>
          </p:cNvPr>
          <p:cNvCxnSpPr>
            <a:cxnSpLocks/>
            <a:stCxn id="31" idx="4"/>
            <a:endCxn id="30" idx="0"/>
          </p:cNvCxnSpPr>
          <p:nvPr/>
        </p:nvCxnSpPr>
        <p:spPr>
          <a:xfrm flipH="1">
            <a:off x="3158654" y="4247117"/>
            <a:ext cx="1378739" cy="66893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2688202" y="4729801"/>
            <a:ext cx="940904" cy="1007883"/>
            <a:chOff x="2130287" y="4636677"/>
            <a:chExt cx="940904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A6FF2EC5-377A-9930-EF7D-BC74CA92B3F6}"/>
                </a:ext>
              </a:extLst>
            </p:cNvPr>
            <p:cNvSpPr/>
            <p:nvPr/>
          </p:nvSpPr>
          <p:spPr>
            <a:xfrm>
              <a:off x="2705431" y="463667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066941" y="3187806"/>
            <a:ext cx="940904" cy="1059311"/>
            <a:chOff x="253932" y="5798689"/>
            <a:chExt cx="940904" cy="1059311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8" y="579868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D5FABCAA-F600-4587-5E9A-5B95B9CD3981}"/>
              </a:ext>
            </a:extLst>
          </p:cNvPr>
          <p:cNvSpPr/>
          <p:nvPr/>
        </p:nvSpPr>
        <p:spPr>
          <a:xfrm>
            <a:off x="2127126" y="2810327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103241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4537393" y="4247117"/>
            <a:ext cx="1558607" cy="6473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31" idx="0"/>
          </p:cNvCxnSpPr>
          <p:nvPr/>
        </p:nvCxnSpPr>
        <p:spPr>
          <a:xfrm>
            <a:off x="2600739" y="2835101"/>
            <a:ext cx="193665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561076" cy="52922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736D42BE-B332-7612-88F8-731F916834CE}"/>
              </a:ext>
            </a:extLst>
          </p:cNvPr>
          <p:cNvGrpSpPr/>
          <p:nvPr/>
        </p:nvGrpSpPr>
        <p:grpSpPr>
          <a:xfrm>
            <a:off x="5625548" y="4751335"/>
            <a:ext cx="940904" cy="964815"/>
            <a:chOff x="3803375" y="3285819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3803375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3817443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4378519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89718406-2DA7-18F9-192B-2522F3A74D22}"/>
              </a:ext>
            </a:extLst>
          </p:cNvPr>
          <p:cNvCxnSpPr>
            <a:cxnSpLocks/>
            <a:stCxn id="31" idx="4"/>
            <a:endCxn id="30" idx="0"/>
          </p:cNvCxnSpPr>
          <p:nvPr/>
        </p:nvCxnSpPr>
        <p:spPr>
          <a:xfrm flipH="1">
            <a:off x="3158654" y="4247117"/>
            <a:ext cx="1378739" cy="66893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2688202" y="4729801"/>
            <a:ext cx="940904" cy="1007883"/>
            <a:chOff x="2130287" y="4636677"/>
            <a:chExt cx="940904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A6FF2EC5-377A-9930-EF7D-BC74CA92B3F6}"/>
                </a:ext>
              </a:extLst>
            </p:cNvPr>
            <p:cNvSpPr/>
            <p:nvPr/>
          </p:nvSpPr>
          <p:spPr>
            <a:xfrm>
              <a:off x="2705431" y="463667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066941" y="3187806"/>
            <a:ext cx="940904" cy="1059311"/>
            <a:chOff x="253932" y="5798689"/>
            <a:chExt cx="940904" cy="1059311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8" y="579868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58BDA68D-2AAC-0CA4-0665-CE1572BBA45D}"/>
              </a:ext>
            </a:extLst>
          </p:cNvPr>
          <p:cNvSpPr/>
          <p:nvPr/>
        </p:nvSpPr>
        <p:spPr>
          <a:xfrm>
            <a:off x="4052873" y="4247117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2742812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4537393" y="4247117"/>
            <a:ext cx="1558607" cy="6473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31" idx="0"/>
          </p:cNvCxnSpPr>
          <p:nvPr/>
        </p:nvCxnSpPr>
        <p:spPr>
          <a:xfrm>
            <a:off x="2600739" y="2835101"/>
            <a:ext cx="193665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5026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561076" cy="52922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736D42BE-B332-7612-88F8-731F916834CE}"/>
              </a:ext>
            </a:extLst>
          </p:cNvPr>
          <p:cNvGrpSpPr/>
          <p:nvPr/>
        </p:nvGrpSpPr>
        <p:grpSpPr>
          <a:xfrm>
            <a:off x="5625548" y="4751335"/>
            <a:ext cx="940904" cy="964815"/>
            <a:chOff x="3803375" y="3285819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3803375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3817443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4378519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89718406-2DA7-18F9-192B-2522F3A74D22}"/>
              </a:ext>
            </a:extLst>
          </p:cNvPr>
          <p:cNvCxnSpPr>
            <a:cxnSpLocks/>
            <a:stCxn id="31" idx="4"/>
            <a:endCxn id="30" idx="0"/>
          </p:cNvCxnSpPr>
          <p:nvPr/>
        </p:nvCxnSpPr>
        <p:spPr>
          <a:xfrm flipH="1">
            <a:off x="3158654" y="4247117"/>
            <a:ext cx="1378739" cy="66893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2688202" y="4729801"/>
            <a:ext cx="940904" cy="1007883"/>
            <a:chOff x="2130287" y="4636677"/>
            <a:chExt cx="940904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A6FF2EC5-377A-9930-EF7D-BC74CA92B3F6}"/>
                </a:ext>
              </a:extLst>
            </p:cNvPr>
            <p:cNvSpPr/>
            <p:nvPr/>
          </p:nvSpPr>
          <p:spPr>
            <a:xfrm>
              <a:off x="2705431" y="463667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066941" y="3187806"/>
            <a:ext cx="940904" cy="1059311"/>
            <a:chOff x="253932" y="5798689"/>
            <a:chExt cx="940904" cy="1059311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8" y="579868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58BDA68D-2AAC-0CA4-0665-CE1572BBA45D}"/>
              </a:ext>
            </a:extLst>
          </p:cNvPr>
          <p:cNvSpPr/>
          <p:nvPr/>
        </p:nvSpPr>
        <p:spPr>
          <a:xfrm>
            <a:off x="2702270" y="5737684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247071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30" idx="4"/>
            <a:endCxn id="48" idx="0"/>
          </p:cNvCxnSpPr>
          <p:nvPr/>
        </p:nvCxnSpPr>
        <p:spPr>
          <a:xfrm flipH="1">
            <a:off x="1573032" y="5737684"/>
            <a:ext cx="1585622" cy="22665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4537393" y="4247117"/>
            <a:ext cx="1558607" cy="6473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31" idx="0"/>
          </p:cNvCxnSpPr>
          <p:nvPr/>
        </p:nvCxnSpPr>
        <p:spPr>
          <a:xfrm>
            <a:off x="2600739" y="2835101"/>
            <a:ext cx="193665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37012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561076" cy="52922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</a:rPr>
              <a:t>-2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736D42BE-B332-7612-88F8-731F916834CE}"/>
              </a:ext>
            </a:extLst>
          </p:cNvPr>
          <p:cNvGrpSpPr/>
          <p:nvPr/>
        </p:nvGrpSpPr>
        <p:grpSpPr>
          <a:xfrm>
            <a:off x="5625548" y="4751335"/>
            <a:ext cx="940904" cy="964815"/>
            <a:chOff x="3803375" y="3285819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3803375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3817443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4378519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89718406-2DA7-18F9-192B-2522F3A74D22}"/>
              </a:ext>
            </a:extLst>
          </p:cNvPr>
          <p:cNvCxnSpPr>
            <a:cxnSpLocks/>
            <a:stCxn id="31" idx="4"/>
            <a:endCxn id="30" idx="0"/>
          </p:cNvCxnSpPr>
          <p:nvPr/>
        </p:nvCxnSpPr>
        <p:spPr>
          <a:xfrm flipH="1">
            <a:off x="3158654" y="4247117"/>
            <a:ext cx="1378739" cy="66893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2688202" y="4729801"/>
            <a:ext cx="940904" cy="1007883"/>
            <a:chOff x="2130287" y="4636677"/>
            <a:chExt cx="940904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A6FF2EC5-377A-9930-EF7D-BC74CA92B3F6}"/>
                </a:ext>
              </a:extLst>
            </p:cNvPr>
            <p:cNvSpPr/>
            <p:nvPr/>
          </p:nvSpPr>
          <p:spPr>
            <a:xfrm>
              <a:off x="2705431" y="463667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066941" y="3187806"/>
            <a:ext cx="940904" cy="1059311"/>
            <a:chOff x="253932" y="5798689"/>
            <a:chExt cx="940904" cy="1059311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8" y="579868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58BDA68D-2AAC-0CA4-0665-CE1572BBA45D}"/>
              </a:ext>
            </a:extLst>
          </p:cNvPr>
          <p:cNvSpPr/>
          <p:nvPr/>
        </p:nvSpPr>
        <p:spPr>
          <a:xfrm>
            <a:off x="1102580" y="5964342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39</a:t>
            </a:r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1C6D25AD-1CF6-8B44-160B-6D6CC0EF255D}"/>
              </a:ext>
            </a:extLst>
          </p:cNvPr>
          <p:cNvSpPr/>
          <p:nvPr/>
        </p:nvSpPr>
        <p:spPr>
          <a:xfrm>
            <a:off x="1116648" y="577967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26939D67-1A91-1A20-8D53-A9258DF02020}"/>
              </a:ext>
            </a:extLst>
          </p:cNvPr>
          <p:cNvSpPr/>
          <p:nvPr/>
        </p:nvSpPr>
        <p:spPr>
          <a:xfrm>
            <a:off x="1677724" y="577967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1CA88040-C0FD-FF17-F912-FEF763C59A67}"/>
              </a:ext>
            </a:extLst>
          </p:cNvPr>
          <p:cNvSpPr/>
          <p:nvPr/>
        </p:nvSpPr>
        <p:spPr>
          <a:xfrm>
            <a:off x="5946743" y="162344"/>
            <a:ext cx="883814" cy="7545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42317157-D96E-C0AF-209B-D72DF533705C}"/>
              </a:ext>
            </a:extLst>
          </p:cNvPr>
          <p:cNvSpPr/>
          <p:nvPr/>
        </p:nvSpPr>
        <p:spPr>
          <a:xfrm>
            <a:off x="2562412" y="1757642"/>
            <a:ext cx="883814" cy="7545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93788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30" idx="4"/>
            <a:endCxn id="48" idx="0"/>
          </p:cNvCxnSpPr>
          <p:nvPr/>
        </p:nvCxnSpPr>
        <p:spPr>
          <a:xfrm flipH="1">
            <a:off x="1573032" y="5737684"/>
            <a:ext cx="1585622" cy="22665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4537393" y="4247117"/>
            <a:ext cx="1558607" cy="6473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31" idx="0"/>
          </p:cNvCxnSpPr>
          <p:nvPr/>
        </p:nvCxnSpPr>
        <p:spPr>
          <a:xfrm>
            <a:off x="2600739" y="2835101"/>
            <a:ext cx="193665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37012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561076" cy="52922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</a:rPr>
              <a:t>-2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736D42BE-B332-7612-88F8-731F916834CE}"/>
              </a:ext>
            </a:extLst>
          </p:cNvPr>
          <p:cNvGrpSpPr/>
          <p:nvPr/>
        </p:nvGrpSpPr>
        <p:grpSpPr>
          <a:xfrm>
            <a:off x="5625548" y="4751335"/>
            <a:ext cx="940904" cy="964815"/>
            <a:chOff x="3803375" y="3285819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3803375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3817443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4378519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89718406-2DA7-18F9-192B-2522F3A74D22}"/>
              </a:ext>
            </a:extLst>
          </p:cNvPr>
          <p:cNvCxnSpPr>
            <a:cxnSpLocks/>
            <a:stCxn id="31" idx="4"/>
            <a:endCxn id="30" idx="0"/>
          </p:cNvCxnSpPr>
          <p:nvPr/>
        </p:nvCxnSpPr>
        <p:spPr>
          <a:xfrm flipH="1">
            <a:off x="3158654" y="4247117"/>
            <a:ext cx="1378739" cy="66893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2688202" y="4729801"/>
            <a:ext cx="940904" cy="1007883"/>
            <a:chOff x="2130287" y="4636677"/>
            <a:chExt cx="940904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A6FF2EC5-377A-9930-EF7D-BC74CA92B3F6}"/>
                </a:ext>
              </a:extLst>
            </p:cNvPr>
            <p:cNvSpPr/>
            <p:nvPr/>
          </p:nvSpPr>
          <p:spPr>
            <a:xfrm>
              <a:off x="2705431" y="463667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066941" y="3187806"/>
            <a:ext cx="940904" cy="1059311"/>
            <a:chOff x="253932" y="5798689"/>
            <a:chExt cx="940904" cy="1059311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8" y="579868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58BDA68D-2AAC-0CA4-0665-CE1572BBA45D}"/>
              </a:ext>
            </a:extLst>
          </p:cNvPr>
          <p:cNvSpPr/>
          <p:nvPr/>
        </p:nvSpPr>
        <p:spPr>
          <a:xfrm>
            <a:off x="1102580" y="5964342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39</a:t>
            </a:r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1C6D25AD-1CF6-8B44-160B-6D6CC0EF255D}"/>
              </a:ext>
            </a:extLst>
          </p:cNvPr>
          <p:cNvSpPr/>
          <p:nvPr/>
        </p:nvSpPr>
        <p:spPr>
          <a:xfrm>
            <a:off x="1116648" y="577967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26939D67-1A91-1A20-8D53-A9258DF02020}"/>
              </a:ext>
            </a:extLst>
          </p:cNvPr>
          <p:cNvSpPr/>
          <p:nvPr/>
        </p:nvSpPr>
        <p:spPr>
          <a:xfrm>
            <a:off x="1677724" y="577967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1CA88040-C0FD-FF17-F912-FEF763C59A67}"/>
              </a:ext>
            </a:extLst>
          </p:cNvPr>
          <p:cNvSpPr/>
          <p:nvPr/>
        </p:nvSpPr>
        <p:spPr>
          <a:xfrm>
            <a:off x="5946743" y="162344"/>
            <a:ext cx="883814" cy="7545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42317157-D96E-C0AF-209B-D72DF533705C}"/>
              </a:ext>
            </a:extLst>
          </p:cNvPr>
          <p:cNvSpPr/>
          <p:nvPr/>
        </p:nvSpPr>
        <p:spPr>
          <a:xfrm>
            <a:off x="2562412" y="1757642"/>
            <a:ext cx="883814" cy="7545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5" name="Arco 54">
            <a:extLst>
              <a:ext uri="{FF2B5EF4-FFF2-40B4-BE49-F238E27FC236}">
                <a16:creationId xmlns:a16="http://schemas.microsoft.com/office/drawing/2014/main" id="{57107FCF-47A4-DAEF-B8E8-0C885DFC9345}"/>
              </a:ext>
            </a:extLst>
          </p:cNvPr>
          <p:cNvSpPr/>
          <p:nvPr/>
        </p:nvSpPr>
        <p:spPr>
          <a:xfrm rot="19431041">
            <a:off x="3516876" y="2875201"/>
            <a:ext cx="2145726" cy="1990038"/>
          </a:xfrm>
          <a:prstGeom prst="arc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4027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Elipse 53">
            <a:extLst>
              <a:ext uri="{FF2B5EF4-FFF2-40B4-BE49-F238E27FC236}">
                <a16:creationId xmlns:a16="http://schemas.microsoft.com/office/drawing/2014/main" id="{42317157-D96E-C0AF-209B-D72DF533705C}"/>
              </a:ext>
            </a:extLst>
          </p:cNvPr>
          <p:cNvSpPr/>
          <p:nvPr/>
        </p:nvSpPr>
        <p:spPr>
          <a:xfrm>
            <a:off x="2562412" y="1757642"/>
            <a:ext cx="883814" cy="7545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30" idx="4"/>
            <a:endCxn id="48" idx="0"/>
          </p:cNvCxnSpPr>
          <p:nvPr/>
        </p:nvCxnSpPr>
        <p:spPr>
          <a:xfrm flipH="1">
            <a:off x="1573032" y="5737684"/>
            <a:ext cx="1585622" cy="22665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4537393" y="4247117"/>
            <a:ext cx="1558607" cy="6473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31" idx="0"/>
          </p:cNvCxnSpPr>
          <p:nvPr/>
        </p:nvCxnSpPr>
        <p:spPr>
          <a:xfrm>
            <a:off x="2600739" y="2835101"/>
            <a:ext cx="193665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37012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561076" cy="52922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</a:rPr>
              <a:t>-2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736D42BE-B332-7612-88F8-731F916834CE}"/>
              </a:ext>
            </a:extLst>
          </p:cNvPr>
          <p:cNvGrpSpPr/>
          <p:nvPr/>
        </p:nvGrpSpPr>
        <p:grpSpPr>
          <a:xfrm>
            <a:off x="5625548" y="4751335"/>
            <a:ext cx="940904" cy="964815"/>
            <a:chOff x="3803375" y="3285819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3803375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3817443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4378519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89718406-2DA7-18F9-192B-2522F3A74D22}"/>
              </a:ext>
            </a:extLst>
          </p:cNvPr>
          <p:cNvCxnSpPr>
            <a:cxnSpLocks/>
            <a:stCxn id="31" idx="4"/>
            <a:endCxn id="30" idx="0"/>
          </p:cNvCxnSpPr>
          <p:nvPr/>
        </p:nvCxnSpPr>
        <p:spPr>
          <a:xfrm flipH="1">
            <a:off x="3158654" y="4247117"/>
            <a:ext cx="1378739" cy="66893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2688202" y="4729801"/>
            <a:ext cx="940904" cy="1007883"/>
            <a:chOff x="2130287" y="4636677"/>
            <a:chExt cx="940904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A6FF2EC5-377A-9930-EF7D-BC74CA92B3F6}"/>
                </a:ext>
              </a:extLst>
            </p:cNvPr>
            <p:cNvSpPr/>
            <p:nvPr/>
          </p:nvSpPr>
          <p:spPr>
            <a:xfrm>
              <a:off x="2705431" y="463667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066941" y="3187806"/>
            <a:ext cx="940904" cy="1059311"/>
            <a:chOff x="253932" y="5798689"/>
            <a:chExt cx="940904" cy="1059311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8" y="579868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58BDA68D-2AAC-0CA4-0665-CE1572BBA45D}"/>
              </a:ext>
            </a:extLst>
          </p:cNvPr>
          <p:cNvSpPr/>
          <p:nvPr/>
        </p:nvSpPr>
        <p:spPr>
          <a:xfrm>
            <a:off x="1102580" y="5964342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39</a:t>
            </a:r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1C6D25AD-1CF6-8B44-160B-6D6CC0EF255D}"/>
              </a:ext>
            </a:extLst>
          </p:cNvPr>
          <p:cNvSpPr/>
          <p:nvPr/>
        </p:nvSpPr>
        <p:spPr>
          <a:xfrm>
            <a:off x="1116648" y="577967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26939D67-1A91-1A20-8D53-A9258DF02020}"/>
              </a:ext>
            </a:extLst>
          </p:cNvPr>
          <p:cNvSpPr/>
          <p:nvPr/>
        </p:nvSpPr>
        <p:spPr>
          <a:xfrm>
            <a:off x="1677724" y="577967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1CA88040-C0FD-FF17-F912-FEF763C59A67}"/>
              </a:ext>
            </a:extLst>
          </p:cNvPr>
          <p:cNvSpPr/>
          <p:nvPr/>
        </p:nvSpPr>
        <p:spPr>
          <a:xfrm>
            <a:off x="5946743" y="162344"/>
            <a:ext cx="883814" cy="7545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5" name="Arco 54">
            <a:extLst>
              <a:ext uri="{FF2B5EF4-FFF2-40B4-BE49-F238E27FC236}">
                <a16:creationId xmlns:a16="http://schemas.microsoft.com/office/drawing/2014/main" id="{57107FCF-47A4-DAEF-B8E8-0C885DFC9345}"/>
              </a:ext>
            </a:extLst>
          </p:cNvPr>
          <p:cNvSpPr/>
          <p:nvPr/>
        </p:nvSpPr>
        <p:spPr>
          <a:xfrm rot="1170623">
            <a:off x="3516876" y="2875201"/>
            <a:ext cx="2145726" cy="1990038"/>
          </a:xfrm>
          <a:prstGeom prst="arc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9105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30" idx="4"/>
            <a:endCxn id="48" idx="0"/>
          </p:cNvCxnSpPr>
          <p:nvPr/>
        </p:nvCxnSpPr>
        <p:spPr>
          <a:xfrm flipH="1">
            <a:off x="1573032" y="4620070"/>
            <a:ext cx="1551277" cy="134427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5353676" y="5213450"/>
            <a:ext cx="1123784" cy="67886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2600739" y="2835101"/>
            <a:ext cx="2143539" cy="114641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37012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561076" cy="52922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</a:rPr>
              <a:t>-2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736D42BE-B332-7612-88F8-731F916834CE}"/>
              </a:ext>
            </a:extLst>
          </p:cNvPr>
          <p:cNvGrpSpPr/>
          <p:nvPr/>
        </p:nvGrpSpPr>
        <p:grpSpPr>
          <a:xfrm>
            <a:off x="6007008" y="5749137"/>
            <a:ext cx="940904" cy="964815"/>
            <a:chOff x="3803375" y="3285819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3803375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3817443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4378519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89718406-2DA7-18F9-192B-2522F3A74D22}"/>
              </a:ext>
            </a:extLst>
          </p:cNvPr>
          <p:cNvCxnSpPr>
            <a:cxnSpLocks/>
            <a:stCxn id="31" idx="4"/>
            <a:endCxn id="30" idx="0"/>
          </p:cNvCxnSpPr>
          <p:nvPr/>
        </p:nvCxnSpPr>
        <p:spPr>
          <a:xfrm flipH="1" flipV="1">
            <a:off x="3124309" y="3798436"/>
            <a:ext cx="2229367" cy="141501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2653857" y="3612187"/>
            <a:ext cx="940904" cy="1007883"/>
            <a:chOff x="2130287" y="4636677"/>
            <a:chExt cx="940904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A6FF2EC5-377A-9930-EF7D-BC74CA92B3F6}"/>
                </a:ext>
              </a:extLst>
            </p:cNvPr>
            <p:cNvSpPr/>
            <p:nvPr/>
          </p:nvSpPr>
          <p:spPr>
            <a:xfrm>
              <a:off x="2705431" y="463667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883224" y="4154139"/>
            <a:ext cx="940904" cy="1059311"/>
            <a:chOff x="253932" y="5798689"/>
            <a:chExt cx="940904" cy="1059311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8" y="579868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58BDA68D-2AAC-0CA4-0665-CE1572BBA45D}"/>
              </a:ext>
            </a:extLst>
          </p:cNvPr>
          <p:cNvSpPr/>
          <p:nvPr/>
        </p:nvSpPr>
        <p:spPr>
          <a:xfrm>
            <a:off x="1102580" y="5964342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39</a:t>
            </a:r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1C6D25AD-1CF6-8B44-160B-6D6CC0EF255D}"/>
              </a:ext>
            </a:extLst>
          </p:cNvPr>
          <p:cNvSpPr/>
          <p:nvPr/>
        </p:nvSpPr>
        <p:spPr>
          <a:xfrm>
            <a:off x="1116648" y="577967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26939D67-1A91-1A20-8D53-A9258DF02020}"/>
              </a:ext>
            </a:extLst>
          </p:cNvPr>
          <p:cNvSpPr/>
          <p:nvPr/>
        </p:nvSpPr>
        <p:spPr>
          <a:xfrm>
            <a:off x="1677724" y="577967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1CA88040-C0FD-FF17-F912-FEF763C59A67}"/>
              </a:ext>
            </a:extLst>
          </p:cNvPr>
          <p:cNvSpPr/>
          <p:nvPr/>
        </p:nvSpPr>
        <p:spPr>
          <a:xfrm>
            <a:off x="5946743" y="162344"/>
            <a:ext cx="883814" cy="7545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42317157-D96E-C0AF-209B-D72DF533705C}"/>
              </a:ext>
            </a:extLst>
          </p:cNvPr>
          <p:cNvSpPr/>
          <p:nvPr/>
        </p:nvSpPr>
        <p:spPr>
          <a:xfrm>
            <a:off x="2562412" y="1757642"/>
            <a:ext cx="883814" cy="7545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77553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30" idx="4"/>
          </p:cNvCxnSpPr>
          <p:nvPr/>
        </p:nvCxnSpPr>
        <p:spPr>
          <a:xfrm flipH="1">
            <a:off x="2716588" y="4160676"/>
            <a:ext cx="1322013" cy="97897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5353676" y="5213450"/>
            <a:ext cx="1123784" cy="67886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30" idx="0"/>
          </p:cNvCxnSpPr>
          <p:nvPr/>
        </p:nvCxnSpPr>
        <p:spPr>
          <a:xfrm>
            <a:off x="2600739" y="2835101"/>
            <a:ext cx="1437862" cy="503941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37012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561076" cy="52922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</a:rPr>
              <a:t>-2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736D42BE-B332-7612-88F8-731F916834CE}"/>
              </a:ext>
            </a:extLst>
          </p:cNvPr>
          <p:cNvGrpSpPr/>
          <p:nvPr/>
        </p:nvGrpSpPr>
        <p:grpSpPr>
          <a:xfrm>
            <a:off x="6007008" y="5749137"/>
            <a:ext cx="940904" cy="964815"/>
            <a:chOff x="3803375" y="3285819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3803375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3817443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4378519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89718406-2DA7-18F9-192B-2522F3A74D22}"/>
              </a:ext>
            </a:extLst>
          </p:cNvPr>
          <p:cNvCxnSpPr>
            <a:cxnSpLocks/>
            <a:stCxn id="31" idx="4"/>
          </p:cNvCxnSpPr>
          <p:nvPr/>
        </p:nvCxnSpPr>
        <p:spPr>
          <a:xfrm flipH="1" flipV="1">
            <a:off x="3803375" y="4620070"/>
            <a:ext cx="1550301" cy="59338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3568149" y="3152793"/>
            <a:ext cx="940904" cy="1007883"/>
            <a:chOff x="2130287" y="4636677"/>
            <a:chExt cx="940904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A6FF2EC5-377A-9930-EF7D-BC74CA92B3F6}"/>
                </a:ext>
              </a:extLst>
            </p:cNvPr>
            <p:cNvSpPr/>
            <p:nvPr/>
          </p:nvSpPr>
          <p:spPr>
            <a:xfrm>
              <a:off x="2705431" y="463667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883224" y="4154139"/>
            <a:ext cx="940904" cy="1059311"/>
            <a:chOff x="253932" y="5798689"/>
            <a:chExt cx="940904" cy="1059311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8" y="579868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58BDA68D-2AAC-0CA4-0665-CE1572BBA45D}"/>
              </a:ext>
            </a:extLst>
          </p:cNvPr>
          <p:cNvSpPr/>
          <p:nvPr/>
        </p:nvSpPr>
        <p:spPr>
          <a:xfrm>
            <a:off x="1102580" y="5964342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39</a:t>
            </a:r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1C6D25AD-1CF6-8B44-160B-6D6CC0EF255D}"/>
              </a:ext>
            </a:extLst>
          </p:cNvPr>
          <p:cNvSpPr/>
          <p:nvPr/>
        </p:nvSpPr>
        <p:spPr>
          <a:xfrm>
            <a:off x="1116648" y="577967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26939D67-1A91-1A20-8D53-A9258DF02020}"/>
              </a:ext>
            </a:extLst>
          </p:cNvPr>
          <p:cNvSpPr/>
          <p:nvPr/>
        </p:nvSpPr>
        <p:spPr>
          <a:xfrm>
            <a:off x="1677724" y="577967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1CA88040-C0FD-FF17-F912-FEF763C59A67}"/>
              </a:ext>
            </a:extLst>
          </p:cNvPr>
          <p:cNvSpPr/>
          <p:nvPr/>
        </p:nvSpPr>
        <p:spPr>
          <a:xfrm>
            <a:off x="5946743" y="162344"/>
            <a:ext cx="883814" cy="7545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42317157-D96E-C0AF-209B-D72DF533705C}"/>
              </a:ext>
            </a:extLst>
          </p:cNvPr>
          <p:cNvSpPr/>
          <p:nvPr/>
        </p:nvSpPr>
        <p:spPr>
          <a:xfrm>
            <a:off x="2562412" y="1757642"/>
            <a:ext cx="883814" cy="7545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77304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30" idx="4"/>
            <a:endCxn id="31" idx="0"/>
          </p:cNvCxnSpPr>
          <p:nvPr/>
        </p:nvCxnSpPr>
        <p:spPr>
          <a:xfrm>
            <a:off x="4038601" y="4160676"/>
            <a:ext cx="1315075" cy="23114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30" idx="4"/>
            <a:endCxn id="48" idx="0"/>
          </p:cNvCxnSpPr>
          <p:nvPr/>
        </p:nvCxnSpPr>
        <p:spPr>
          <a:xfrm flipH="1">
            <a:off x="2705431" y="4160676"/>
            <a:ext cx="1333170" cy="22666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5353676" y="5213450"/>
            <a:ext cx="967614" cy="38559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30" idx="0"/>
          </p:cNvCxnSpPr>
          <p:nvPr/>
        </p:nvCxnSpPr>
        <p:spPr>
          <a:xfrm>
            <a:off x="2600739" y="2835101"/>
            <a:ext cx="1437862" cy="503941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37012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561076" cy="52922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</a:rPr>
              <a:t>-2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5850838" y="5455862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6582152" y="574913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3568149" y="3152793"/>
            <a:ext cx="1136220" cy="1007883"/>
            <a:chOff x="2130287" y="4636677"/>
            <a:chExt cx="1136220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A6FF2EC5-377A-9930-EF7D-BC74CA92B3F6}"/>
                </a:ext>
              </a:extLst>
            </p:cNvPr>
            <p:cNvSpPr/>
            <p:nvPr/>
          </p:nvSpPr>
          <p:spPr>
            <a:xfrm>
              <a:off x="2705431" y="4636677"/>
              <a:ext cx="561076" cy="502358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883224" y="4154139"/>
            <a:ext cx="940904" cy="1059311"/>
            <a:chOff x="253932" y="5798689"/>
            <a:chExt cx="940904" cy="1059311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8" y="579868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2234979" y="4202670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53" name="Elipse 52">
            <a:extLst>
              <a:ext uri="{FF2B5EF4-FFF2-40B4-BE49-F238E27FC236}">
                <a16:creationId xmlns:a16="http://schemas.microsoft.com/office/drawing/2014/main" id="{1CA88040-C0FD-FF17-F912-FEF763C59A67}"/>
              </a:ext>
            </a:extLst>
          </p:cNvPr>
          <p:cNvSpPr/>
          <p:nvPr/>
        </p:nvSpPr>
        <p:spPr>
          <a:xfrm>
            <a:off x="5946743" y="162344"/>
            <a:ext cx="883814" cy="7545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42317157-D96E-C0AF-209B-D72DF533705C}"/>
              </a:ext>
            </a:extLst>
          </p:cNvPr>
          <p:cNvSpPr/>
          <p:nvPr/>
        </p:nvSpPr>
        <p:spPr>
          <a:xfrm>
            <a:off x="2562412" y="1757642"/>
            <a:ext cx="883814" cy="7545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42859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30" idx="4"/>
            <a:endCxn id="31" idx="0"/>
          </p:cNvCxnSpPr>
          <p:nvPr/>
        </p:nvCxnSpPr>
        <p:spPr>
          <a:xfrm>
            <a:off x="4038601" y="4160676"/>
            <a:ext cx="1315075" cy="23114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30" idx="4"/>
            <a:endCxn id="48" idx="0"/>
          </p:cNvCxnSpPr>
          <p:nvPr/>
        </p:nvCxnSpPr>
        <p:spPr>
          <a:xfrm flipH="1">
            <a:off x="2705431" y="4160676"/>
            <a:ext cx="1333170" cy="22666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5353676" y="5213450"/>
            <a:ext cx="967614" cy="38559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7BCDFCDE-F6A9-6FFC-DB3B-098FE0FFB131}"/>
              </a:ext>
            </a:extLst>
          </p:cNvPr>
          <p:cNvSpPr/>
          <p:nvPr/>
        </p:nvSpPr>
        <p:spPr>
          <a:xfrm>
            <a:off x="5625548" y="437323"/>
            <a:ext cx="940904" cy="821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5B533E4-7DB6-1E68-FF10-F3C1ABE195AF}"/>
              </a:ext>
            </a:extLst>
          </p:cNvPr>
          <p:cNvSpPr/>
          <p:nvPr/>
        </p:nvSpPr>
        <p:spPr>
          <a:xfrm>
            <a:off x="213028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BDF68C6-0AF1-C7FC-AFCF-73201E3743EB}"/>
              </a:ext>
            </a:extLst>
          </p:cNvPr>
          <p:cNvSpPr/>
          <p:nvPr/>
        </p:nvSpPr>
        <p:spPr>
          <a:xfrm>
            <a:off x="344556" y="3429000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30" idx="0"/>
          </p:cNvCxnSpPr>
          <p:nvPr/>
        </p:nvCxnSpPr>
        <p:spPr>
          <a:xfrm>
            <a:off x="2600739" y="2835101"/>
            <a:ext cx="1437862" cy="503941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EE647B6-9F10-7BCB-A0BD-0B3E5A96450B}"/>
              </a:ext>
            </a:extLst>
          </p:cNvPr>
          <p:cNvSpPr/>
          <p:nvPr/>
        </p:nvSpPr>
        <p:spPr>
          <a:xfrm>
            <a:off x="5641248" y="337012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5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010865-73A2-13DC-F0A3-D9EC2F59F92B}"/>
              </a:ext>
            </a:extLst>
          </p:cNvPr>
          <p:cNvSpPr/>
          <p:nvPr/>
        </p:nvSpPr>
        <p:spPr>
          <a:xfrm>
            <a:off x="6202324" y="35026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34ED92-3186-9A75-3558-80400D3CB5AA}"/>
              </a:ext>
            </a:extLst>
          </p:cNvPr>
          <p:cNvSpPr/>
          <p:nvPr/>
        </p:nvSpPr>
        <p:spPr>
          <a:xfrm>
            <a:off x="2144355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C96AF8-2CE5-B43B-0335-93027AB9D9AE}"/>
              </a:ext>
            </a:extLst>
          </p:cNvPr>
          <p:cNvSpPr/>
          <p:nvPr/>
        </p:nvSpPr>
        <p:spPr>
          <a:xfrm>
            <a:off x="2705431" y="1870286"/>
            <a:ext cx="561076" cy="52922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</a:rPr>
              <a:t>-2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67CDEC9-F0F2-720E-3807-6E9F4C9957EF}"/>
              </a:ext>
            </a:extLst>
          </p:cNvPr>
          <p:cNvSpPr/>
          <p:nvPr/>
        </p:nvSpPr>
        <p:spPr>
          <a:xfrm>
            <a:off x="358624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9963CCB-E936-4431-E94C-D5F15AA4B404}"/>
              </a:ext>
            </a:extLst>
          </p:cNvPr>
          <p:cNvSpPr/>
          <p:nvPr/>
        </p:nvSpPr>
        <p:spPr>
          <a:xfrm>
            <a:off x="919700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5850838" y="5455862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6582152" y="574913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3568149" y="3152793"/>
            <a:ext cx="1136220" cy="1007883"/>
            <a:chOff x="2130287" y="4636677"/>
            <a:chExt cx="1136220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A6FF2EC5-377A-9930-EF7D-BC74CA92B3F6}"/>
                </a:ext>
              </a:extLst>
            </p:cNvPr>
            <p:cNvSpPr/>
            <p:nvPr/>
          </p:nvSpPr>
          <p:spPr>
            <a:xfrm>
              <a:off x="2705431" y="4636677"/>
              <a:ext cx="561076" cy="502358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883224" y="4154139"/>
            <a:ext cx="940904" cy="1059311"/>
            <a:chOff x="253932" y="5798689"/>
            <a:chExt cx="940904" cy="1059311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8" y="579868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2234979" y="4202670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53" name="Elipse 52">
            <a:extLst>
              <a:ext uri="{FF2B5EF4-FFF2-40B4-BE49-F238E27FC236}">
                <a16:creationId xmlns:a16="http://schemas.microsoft.com/office/drawing/2014/main" id="{1CA88040-C0FD-FF17-F912-FEF763C59A67}"/>
              </a:ext>
            </a:extLst>
          </p:cNvPr>
          <p:cNvSpPr/>
          <p:nvPr/>
        </p:nvSpPr>
        <p:spPr>
          <a:xfrm>
            <a:off x="5946743" y="162344"/>
            <a:ext cx="883814" cy="7545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42317157-D96E-C0AF-209B-D72DF533705C}"/>
              </a:ext>
            </a:extLst>
          </p:cNvPr>
          <p:cNvSpPr/>
          <p:nvPr/>
        </p:nvSpPr>
        <p:spPr>
          <a:xfrm>
            <a:off x="2562412" y="1757642"/>
            <a:ext cx="883814" cy="7545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9" name="Arco 38">
            <a:extLst>
              <a:ext uri="{FF2B5EF4-FFF2-40B4-BE49-F238E27FC236}">
                <a16:creationId xmlns:a16="http://schemas.microsoft.com/office/drawing/2014/main" id="{5CB6636D-1E10-DDC1-2949-2229C74B0619}"/>
              </a:ext>
            </a:extLst>
          </p:cNvPr>
          <p:cNvSpPr/>
          <p:nvPr/>
        </p:nvSpPr>
        <p:spPr>
          <a:xfrm rot="19068347">
            <a:off x="1499077" y="1370570"/>
            <a:ext cx="2145726" cy="1990038"/>
          </a:xfrm>
          <a:prstGeom prst="arc">
            <a:avLst/>
          </a:prstGeom>
          <a:ln w="762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15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30" idx="4"/>
            <a:endCxn id="31" idx="0"/>
          </p:cNvCxnSpPr>
          <p:nvPr/>
        </p:nvCxnSpPr>
        <p:spPr>
          <a:xfrm>
            <a:off x="4038601" y="4160676"/>
            <a:ext cx="1315075" cy="23114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30" idx="4"/>
            <a:endCxn id="48" idx="0"/>
          </p:cNvCxnSpPr>
          <p:nvPr/>
        </p:nvCxnSpPr>
        <p:spPr>
          <a:xfrm flipH="1">
            <a:off x="2705431" y="4160676"/>
            <a:ext cx="1333170" cy="22666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5353676" y="5213450"/>
            <a:ext cx="967614" cy="38559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815008" y="2835101"/>
            <a:ext cx="1785731" cy="5938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30" idx="0"/>
          </p:cNvCxnSpPr>
          <p:nvPr/>
        </p:nvCxnSpPr>
        <p:spPr>
          <a:xfrm>
            <a:off x="2600739" y="2835101"/>
            <a:ext cx="1437862" cy="503941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grpSp>
        <p:nvGrpSpPr>
          <p:cNvPr id="52" name="Grupo 51">
            <a:extLst>
              <a:ext uri="{FF2B5EF4-FFF2-40B4-BE49-F238E27FC236}">
                <a16:creationId xmlns:a16="http://schemas.microsoft.com/office/drawing/2014/main" id="{9CE42DDA-0D44-90EC-B070-AB7101A1661F}"/>
              </a:ext>
            </a:extLst>
          </p:cNvPr>
          <p:cNvGrpSpPr/>
          <p:nvPr/>
        </p:nvGrpSpPr>
        <p:grpSpPr>
          <a:xfrm>
            <a:off x="5625548" y="337012"/>
            <a:ext cx="942536" cy="921945"/>
            <a:chOff x="5625548" y="337012"/>
            <a:chExt cx="942536" cy="921945"/>
          </a:xfrm>
        </p:grpSpPr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7BCDFCDE-F6A9-6FFC-DB3B-098FE0FFB131}"/>
                </a:ext>
              </a:extLst>
            </p:cNvPr>
            <p:cNvSpPr/>
            <p:nvPr/>
          </p:nvSpPr>
          <p:spPr>
            <a:xfrm>
              <a:off x="5625548" y="437323"/>
              <a:ext cx="940904" cy="82163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52</a:t>
              </a: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EE647B6-9F10-7BCB-A0BD-0B3E5A96450B}"/>
                </a:ext>
              </a:extLst>
            </p:cNvPr>
            <p:cNvSpPr/>
            <p:nvPr/>
          </p:nvSpPr>
          <p:spPr>
            <a:xfrm>
              <a:off x="5641248" y="337012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</a:t>
              </a: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48010865-73A2-13DC-F0A3-D9EC2F59F92B}"/>
                </a:ext>
              </a:extLst>
            </p:cNvPr>
            <p:cNvSpPr/>
            <p:nvPr/>
          </p:nvSpPr>
          <p:spPr>
            <a:xfrm>
              <a:off x="6202324" y="350265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344556" y="3285819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5850838" y="5455862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6582152" y="574913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3568149" y="3152793"/>
            <a:ext cx="1136220" cy="1007883"/>
            <a:chOff x="2130287" y="4636677"/>
            <a:chExt cx="1136220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A6FF2EC5-377A-9930-EF7D-BC74CA92B3F6}"/>
                </a:ext>
              </a:extLst>
            </p:cNvPr>
            <p:cNvSpPr/>
            <p:nvPr/>
          </p:nvSpPr>
          <p:spPr>
            <a:xfrm>
              <a:off x="2705431" y="4636677"/>
              <a:ext cx="561076" cy="502358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883224" y="4154139"/>
            <a:ext cx="940904" cy="1059311"/>
            <a:chOff x="253932" y="5798689"/>
            <a:chExt cx="940904" cy="1059311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8" y="579868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2234979" y="4202670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53" name="Elipse 52">
            <a:extLst>
              <a:ext uri="{FF2B5EF4-FFF2-40B4-BE49-F238E27FC236}">
                <a16:creationId xmlns:a16="http://schemas.microsoft.com/office/drawing/2014/main" id="{1CA88040-C0FD-FF17-F912-FEF763C59A67}"/>
              </a:ext>
            </a:extLst>
          </p:cNvPr>
          <p:cNvSpPr/>
          <p:nvPr/>
        </p:nvSpPr>
        <p:spPr>
          <a:xfrm>
            <a:off x="5946743" y="162344"/>
            <a:ext cx="883814" cy="7545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44A46A8A-F7F9-64AA-C1B6-C9FE158AF16E}"/>
              </a:ext>
            </a:extLst>
          </p:cNvPr>
          <p:cNvGrpSpPr/>
          <p:nvPr/>
        </p:nvGrpSpPr>
        <p:grpSpPr>
          <a:xfrm>
            <a:off x="2130287" y="1757642"/>
            <a:ext cx="1315939" cy="1077459"/>
            <a:chOff x="2130287" y="1757642"/>
            <a:chExt cx="1315939" cy="1077459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95B533E4-7DB6-1E68-FF10-F3C1ABE195AF}"/>
                </a:ext>
              </a:extLst>
            </p:cNvPr>
            <p:cNvSpPr/>
            <p:nvPr/>
          </p:nvSpPr>
          <p:spPr>
            <a:xfrm>
              <a:off x="2130287" y="2013467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32</a:t>
              </a:r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334ED92-3186-9A75-3558-80400D3CB5AA}"/>
                </a:ext>
              </a:extLst>
            </p:cNvPr>
            <p:cNvSpPr/>
            <p:nvPr/>
          </p:nvSpPr>
          <p:spPr>
            <a:xfrm>
              <a:off x="2144355" y="187028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</a:t>
              </a:r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9C96AF8-2CE5-B43B-0335-93027AB9D9AE}"/>
                </a:ext>
              </a:extLst>
            </p:cNvPr>
            <p:cNvSpPr/>
            <p:nvPr/>
          </p:nvSpPr>
          <p:spPr>
            <a:xfrm>
              <a:off x="2705431" y="1870286"/>
              <a:ext cx="561076" cy="529224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b="1" dirty="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54" name="Elipse 53">
              <a:extLst>
                <a:ext uri="{FF2B5EF4-FFF2-40B4-BE49-F238E27FC236}">
                  <a16:creationId xmlns:a16="http://schemas.microsoft.com/office/drawing/2014/main" id="{42317157-D96E-C0AF-209B-D72DF533705C}"/>
                </a:ext>
              </a:extLst>
            </p:cNvPr>
            <p:cNvSpPr/>
            <p:nvPr/>
          </p:nvSpPr>
          <p:spPr>
            <a:xfrm>
              <a:off x="2562412" y="1757642"/>
              <a:ext cx="883814" cy="754511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  <p:sp>
        <p:nvSpPr>
          <p:cNvPr id="39" name="Arco 38">
            <a:extLst>
              <a:ext uri="{FF2B5EF4-FFF2-40B4-BE49-F238E27FC236}">
                <a16:creationId xmlns:a16="http://schemas.microsoft.com/office/drawing/2014/main" id="{5CB6636D-1E10-DDC1-2949-2229C74B0619}"/>
              </a:ext>
            </a:extLst>
          </p:cNvPr>
          <p:cNvSpPr/>
          <p:nvPr/>
        </p:nvSpPr>
        <p:spPr>
          <a:xfrm rot="14846756">
            <a:off x="1499077" y="1370570"/>
            <a:ext cx="2145726" cy="1990038"/>
          </a:xfrm>
          <a:prstGeom prst="arc">
            <a:avLst/>
          </a:prstGeom>
          <a:ln w="762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43739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30" idx="4"/>
            <a:endCxn id="31" idx="0"/>
          </p:cNvCxnSpPr>
          <p:nvPr/>
        </p:nvCxnSpPr>
        <p:spPr>
          <a:xfrm>
            <a:off x="4038601" y="4160676"/>
            <a:ext cx="1315075" cy="23114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30" idx="4"/>
            <a:endCxn id="48" idx="0"/>
          </p:cNvCxnSpPr>
          <p:nvPr/>
        </p:nvCxnSpPr>
        <p:spPr>
          <a:xfrm flipH="1">
            <a:off x="2705431" y="4160676"/>
            <a:ext cx="1333170" cy="22666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5353676" y="5213450"/>
            <a:ext cx="967614" cy="38559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2600739" y="1258957"/>
            <a:ext cx="3495261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675631" y="2835101"/>
            <a:ext cx="1925108" cy="198379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30" idx="0"/>
          </p:cNvCxnSpPr>
          <p:nvPr/>
        </p:nvCxnSpPr>
        <p:spPr>
          <a:xfrm>
            <a:off x="2600739" y="2835101"/>
            <a:ext cx="1437862" cy="503941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grpSp>
        <p:nvGrpSpPr>
          <p:cNvPr id="52" name="Grupo 51">
            <a:extLst>
              <a:ext uri="{FF2B5EF4-FFF2-40B4-BE49-F238E27FC236}">
                <a16:creationId xmlns:a16="http://schemas.microsoft.com/office/drawing/2014/main" id="{9CE42DDA-0D44-90EC-B070-AB7101A1661F}"/>
              </a:ext>
            </a:extLst>
          </p:cNvPr>
          <p:cNvGrpSpPr/>
          <p:nvPr/>
        </p:nvGrpSpPr>
        <p:grpSpPr>
          <a:xfrm>
            <a:off x="5625548" y="337012"/>
            <a:ext cx="942536" cy="921945"/>
            <a:chOff x="5625548" y="337012"/>
            <a:chExt cx="942536" cy="921945"/>
          </a:xfrm>
        </p:grpSpPr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7BCDFCDE-F6A9-6FFC-DB3B-098FE0FFB131}"/>
                </a:ext>
              </a:extLst>
            </p:cNvPr>
            <p:cNvSpPr/>
            <p:nvPr/>
          </p:nvSpPr>
          <p:spPr>
            <a:xfrm>
              <a:off x="5625548" y="437323"/>
              <a:ext cx="940904" cy="82163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52</a:t>
              </a: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EE647B6-9F10-7BCB-A0BD-0B3E5A96450B}"/>
                </a:ext>
              </a:extLst>
            </p:cNvPr>
            <p:cNvSpPr/>
            <p:nvPr/>
          </p:nvSpPr>
          <p:spPr>
            <a:xfrm>
              <a:off x="5641248" y="337012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</a:t>
              </a: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48010865-73A2-13DC-F0A3-D9EC2F59F92B}"/>
                </a:ext>
              </a:extLst>
            </p:cNvPr>
            <p:cNvSpPr/>
            <p:nvPr/>
          </p:nvSpPr>
          <p:spPr>
            <a:xfrm>
              <a:off x="6202324" y="350265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205179" y="4675713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5850838" y="5455862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6582152" y="574913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3568149" y="3152793"/>
            <a:ext cx="1136220" cy="1007883"/>
            <a:chOff x="2130287" y="4636677"/>
            <a:chExt cx="1136220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A6FF2EC5-377A-9930-EF7D-BC74CA92B3F6}"/>
                </a:ext>
              </a:extLst>
            </p:cNvPr>
            <p:cNvSpPr/>
            <p:nvPr/>
          </p:nvSpPr>
          <p:spPr>
            <a:xfrm>
              <a:off x="2705431" y="4636677"/>
              <a:ext cx="561076" cy="502358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883224" y="4154139"/>
            <a:ext cx="940904" cy="1059311"/>
            <a:chOff x="253932" y="5798689"/>
            <a:chExt cx="940904" cy="1059311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8" y="579868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2234979" y="4202670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53" name="Elipse 52">
            <a:extLst>
              <a:ext uri="{FF2B5EF4-FFF2-40B4-BE49-F238E27FC236}">
                <a16:creationId xmlns:a16="http://schemas.microsoft.com/office/drawing/2014/main" id="{1CA88040-C0FD-FF17-F912-FEF763C59A67}"/>
              </a:ext>
            </a:extLst>
          </p:cNvPr>
          <p:cNvSpPr/>
          <p:nvPr/>
        </p:nvSpPr>
        <p:spPr>
          <a:xfrm>
            <a:off x="5946743" y="162344"/>
            <a:ext cx="883814" cy="7545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44A46A8A-F7F9-64AA-C1B6-C9FE158AF16E}"/>
              </a:ext>
            </a:extLst>
          </p:cNvPr>
          <p:cNvGrpSpPr/>
          <p:nvPr/>
        </p:nvGrpSpPr>
        <p:grpSpPr>
          <a:xfrm>
            <a:off x="2130287" y="1757642"/>
            <a:ext cx="1315939" cy="1077459"/>
            <a:chOff x="2130287" y="1757642"/>
            <a:chExt cx="1315939" cy="1077459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95B533E4-7DB6-1E68-FF10-F3C1ABE195AF}"/>
                </a:ext>
              </a:extLst>
            </p:cNvPr>
            <p:cNvSpPr/>
            <p:nvPr/>
          </p:nvSpPr>
          <p:spPr>
            <a:xfrm>
              <a:off x="2130287" y="2013467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32</a:t>
              </a:r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334ED92-3186-9A75-3558-80400D3CB5AA}"/>
                </a:ext>
              </a:extLst>
            </p:cNvPr>
            <p:cNvSpPr/>
            <p:nvPr/>
          </p:nvSpPr>
          <p:spPr>
            <a:xfrm>
              <a:off x="2144355" y="187028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</a:t>
              </a:r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9C96AF8-2CE5-B43B-0335-93027AB9D9AE}"/>
                </a:ext>
              </a:extLst>
            </p:cNvPr>
            <p:cNvSpPr/>
            <p:nvPr/>
          </p:nvSpPr>
          <p:spPr>
            <a:xfrm>
              <a:off x="2705431" y="1870286"/>
              <a:ext cx="561076" cy="529224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b="1" dirty="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54" name="Elipse 53">
              <a:extLst>
                <a:ext uri="{FF2B5EF4-FFF2-40B4-BE49-F238E27FC236}">
                  <a16:creationId xmlns:a16="http://schemas.microsoft.com/office/drawing/2014/main" id="{42317157-D96E-C0AF-209B-D72DF533705C}"/>
                </a:ext>
              </a:extLst>
            </p:cNvPr>
            <p:cNvSpPr/>
            <p:nvPr/>
          </p:nvSpPr>
          <p:spPr>
            <a:xfrm>
              <a:off x="2562412" y="1757642"/>
              <a:ext cx="883814" cy="754511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</p:spTree>
    <p:extLst>
      <p:ext uri="{BB962C8B-B14F-4D97-AF65-F5344CB8AC3E}">
        <p14:creationId xmlns:p14="http://schemas.microsoft.com/office/powerpoint/2010/main" val="22691768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30" idx="4"/>
            <a:endCxn id="31" idx="0"/>
          </p:cNvCxnSpPr>
          <p:nvPr/>
        </p:nvCxnSpPr>
        <p:spPr>
          <a:xfrm>
            <a:off x="3575641" y="2928225"/>
            <a:ext cx="1778035" cy="1463591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30" idx="4"/>
            <a:endCxn id="48" idx="0"/>
          </p:cNvCxnSpPr>
          <p:nvPr/>
        </p:nvCxnSpPr>
        <p:spPr>
          <a:xfrm flipH="1">
            <a:off x="2705431" y="2928225"/>
            <a:ext cx="870210" cy="1459111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5353676" y="5213450"/>
            <a:ext cx="967614" cy="38559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stCxn id="61" idx="4"/>
            <a:endCxn id="4" idx="0"/>
          </p:cNvCxnSpPr>
          <p:nvPr/>
        </p:nvCxnSpPr>
        <p:spPr>
          <a:xfrm flipH="1">
            <a:off x="958565" y="1258957"/>
            <a:ext cx="5137435" cy="157456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675631" y="3655151"/>
            <a:ext cx="282934" cy="116374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4" idx="4"/>
            <a:endCxn id="30" idx="0"/>
          </p:cNvCxnSpPr>
          <p:nvPr/>
        </p:nvCxnSpPr>
        <p:spPr>
          <a:xfrm flipV="1">
            <a:off x="958565" y="2106591"/>
            <a:ext cx="2617076" cy="154856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grpSp>
        <p:nvGrpSpPr>
          <p:cNvPr id="52" name="Grupo 51">
            <a:extLst>
              <a:ext uri="{FF2B5EF4-FFF2-40B4-BE49-F238E27FC236}">
                <a16:creationId xmlns:a16="http://schemas.microsoft.com/office/drawing/2014/main" id="{9CE42DDA-0D44-90EC-B070-AB7101A1661F}"/>
              </a:ext>
            </a:extLst>
          </p:cNvPr>
          <p:cNvGrpSpPr/>
          <p:nvPr/>
        </p:nvGrpSpPr>
        <p:grpSpPr>
          <a:xfrm>
            <a:off x="5625548" y="337012"/>
            <a:ext cx="942536" cy="921945"/>
            <a:chOff x="5625548" y="337012"/>
            <a:chExt cx="942536" cy="921945"/>
          </a:xfrm>
        </p:grpSpPr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7BCDFCDE-F6A9-6FFC-DB3B-098FE0FFB131}"/>
                </a:ext>
              </a:extLst>
            </p:cNvPr>
            <p:cNvSpPr/>
            <p:nvPr/>
          </p:nvSpPr>
          <p:spPr>
            <a:xfrm>
              <a:off x="5625548" y="437323"/>
              <a:ext cx="940904" cy="82163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52</a:t>
              </a: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EE647B6-9F10-7BCB-A0BD-0B3E5A96450B}"/>
                </a:ext>
              </a:extLst>
            </p:cNvPr>
            <p:cNvSpPr/>
            <p:nvPr/>
          </p:nvSpPr>
          <p:spPr>
            <a:xfrm>
              <a:off x="5641248" y="337012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</a:t>
              </a: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48010865-73A2-13DC-F0A3-D9EC2F59F92B}"/>
                </a:ext>
              </a:extLst>
            </p:cNvPr>
            <p:cNvSpPr/>
            <p:nvPr/>
          </p:nvSpPr>
          <p:spPr>
            <a:xfrm>
              <a:off x="6202324" y="350265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205179" y="4675713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5850838" y="5455862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6582152" y="574913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3105189" y="1920342"/>
            <a:ext cx="1136220" cy="1007883"/>
            <a:chOff x="2130287" y="4636677"/>
            <a:chExt cx="1136220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A6FF2EC5-377A-9930-EF7D-BC74CA92B3F6}"/>
                </a:ext>
              </a:extLst>
            </p:cNvPr>
            <p:cNvSpPr/>
            <p:nvPr/>
          </p:nvSpPr>
          <p:spPr>
            <a:xfrm>
              <a:off x="2705431" y="4636677"/>
              <a:ext cx="561076" cy="502358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883224" y="4154139"/>
            <a:ext cx="940904" cy="1059311"/>
            <a:chOff x="253932" y="5798689"/>
            <a:chExt cx="940904" cy="1059311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8" y="579868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2234979" y="4202670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53" name="Elipse 52">
            <a:extLst>
              <a:ext uri="{FF2B5EF4-FFF2-40B4-BE49-F238E27FC236}">
                <a16:creationId xmlns:a16="http://schemas.microsoft.com/office/drawing/2014/main" id="{1CA88040-C0FD-FF17-F912-FEF763C59A67}"/>
              </a:ext>
            </a:extLst>
          </p:cNvPr>
          <p:cNvSpPr/>
          <p:nvPr/>
        </p:nvSpPr>
        <p:spPr>
          <a:xfrm>
            <a:off x="5946743" y="162344"/>
            <a:ext cx="883814" cy="7545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44A46A8A-F7F9-64AA-C1B6-C9FE158AF16E}"/>
              </a:ext>
            </a:extLst>
          </p:cNvPr>
          <p:cNvGrpSpPr/>
          <p:nvPr/>
        </p:nvGrpSpPr>
        <p:grpSpPr>
          <a:xfrm>
            <a:off x="488113" y="2577692"/>
            <a:ext cx="1315939" cy="1077459"/>
            <a:chOff x="2130287" y="1757642"/>
            <a:chExt cx="1315939" cy="1077459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95B533E4-7DB6-1E68-FF10-F3C1ABE195AF}"/>
                </a:ext>
              </a:extLst>
            </p:cNvPr>
            <p:cNvSpPr/>
            <p:nvPr/>
          </p:nvSpPr>
          <p:spPr>
            <a:xfrm>
              <a:off x="2130287" y="2013467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32</a:t>
              </a:r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334ED92-3186-9A75-3558-80400D3CB5AA}"/>
                </a:ext>
              </a:extLst>
            </p:cNvPr>
            <p:cNvSpPr/>
            <p:nvPr/>
          </p:nvSpPr>
          <p:spPr>
            <a:xfrm>
              <a:off x="2144355" y="187028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</a:t>
              </a:r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9C96AF8-2CE5-B43B-0335-93027AB9D9AE}"/>
                </a:ext>
              </a:extLst>
            </p:cNvPr>
            <p:cNvSpPr/>
            <p:nvPr/>
          </p:nvSpPr>
          <p:spPr>
            <a:xfrm>
              <a:off x="2705431" y="1870286"/>
              <a:ext cx="561076" cy="529224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b="1" dirty="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54" name="Elipse 53">
              <a:extLst>
                <a:ext uri="{FF2B5EF4-FFF2-40B4-BE49-F238E27FC236}">
                  <a16:creationId xmlns:a16="http://schemas.microsoft.com/office/drawing/2014/main" id="{42317157-D96E-C0AF-209B-D72DF533705C}"/>
                </a:ext>
              </a:extLst>
            </p:cNvPr>
            <p:cNvSpPr/>
            <p:nvPr/>
          </p:nvSpPr>
          <p:spPr>
            <a:xfrm>
              <a:off x="2562412" y="1757642"/>
              <a:ext cx="883814" cy="754511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</p:spTree>
    <p:extLst>
      <p:ext uri="{BB962C8B-B14F-4D97-AF65-F5344CB8AC3E}">
        <p14:creationId xmlns:p14="http://schemas.microsoft.com/office/powerpoint/2010/main" val="4293144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30" idx="4"/>
            <a:endCxn id="31" idx="0"/>
          </p:cNvCxnSpPr>
          <p:nvPr/>
        </p:nvCxnSpPr>
        <p:spPr>
          <a:xfrm>
            <a:off x="3575641" y="2928225"/>
            <a:ext cx="1778035" cy="1463591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4" idx="4"/>
            <a:endCxn id="48" idx="0"/>
          </p:cNvCxnSpPr>
          <p:nvPr/>
        </p:nvCxnSpPr>
        <p:spPr>
          <a:xfrm>
            <a:off x="2047461" y="4154139"/>
            <a:ext cx="657970" cy="23319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5353676" y="5213450"/>
            <a:ext cx="967614" cy="38559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stCxn id="61" idx="4"/>
            <a:endCxn id="30" idx="0"/>
          </p:cNvCxnSpPr>
          <p:nvPr/>
        </p:nvCxnSpPr>
        <p:spPr>
          <a:xfrm flipH="1">
            <a:off x="3575641" y="1258957"/>
            <a:ext cx="2520359" cy="84763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675631" y="4154139"/>
            <a:ext cx="1371830" cy="66475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30" idx="4"/>
            <a:endCxn id="4" idx="0"/>
          </p:cNvCxnSpPr>
          <p:nvPr/>
        </p:nvCxnSpPr>
        <p:spPr>
          <a:xfrm flipH="1">
            <a:off x="2047461" y="2928225"/>
            <a:ext cx="1528180" cy="40428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grpSp>
        <p:nvGrpSpPr>
          <p:cNvPr id="52" name="Grupo 51">
            <a:extLst>
              <a:ext uri="{FF2B5EF4-FFF2-40B4-BE49-F238E27FC236}">
                <a16:creationId xmlns:a16="http://schemas.microsoft.com/office/drawing/2014/main" id="{9CE42DDA-0D44-90EC-B070-AB7101A1661F}"/>
              </a:ext>
            </a:extLst>
          </p:cNvPr>
          <p:cNvGrpSpPr/>
          <p:nvPr/>
        </p:nvGrpSpPr>
        <p:grpSpPr>
          <a:xfrm>
            <a:off x="5625548" y="337012"/>
            <a:ext cx="942536" cy="921945"/>
            <a:chOff x="5625548" y="337012"/>
            <a:chExt cx="942536" cy="921945"/>
          </a:xfrm>
        </p:grpSpPr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7BCDFCDE-F6A9-6FFC-DB3B-098FE0FFB131}"/>
                </a:ext>
              </a:extLst>
            </p:cNvPr>
            <p:cNvSpPr/>
            <p:nvPr/>
          </p:nvSpPr>
          <p:spPr>
            <a:xfrm>
              <a:off x="5625548" y="437323"/>
              <a:ext cx="940904" cy="82163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52</a:t>
              </a: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EE647B6-9F10-7BCB-A0BD-0B3E5A96450B}"/>
                </a:ext>
              </a:extLst>
            </p:cNvPr>
            <p:cNvSpPr/>
            <p:nvPr/>
          </p:nvSpPr>
          <p:spPr>
            <a:xfrm>
              <a:off x="5641248" y="337012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</a:t>
              </a: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48010865-73A2-13DC-F0A3-D9EC2F59F92B}"/>
                </a:ext>
              </a:extLst>
            </p:cNvPr>
            <p:cNvSpPr/>
            <p:nvPr/>
          </p:nvSpPr>
          <p:spPr>
            <a:xfrm>
              <a:off x="6202324" y="350265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205179" y="4675713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5850838" y="5455862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6582152" y="574913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3105189" y="1920342"/>
            <a:ext cx="1136220" cy="1007883"/>
            <a:chOff x="2130287" y="4636677"/>
            <a:chExt cx="1136220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A6FF2EC5-377A-9930-EF7D-BC74CA92B3F6}"/>
                </a:ext>
              </a:extLst>
            </p:cNvPr>
            <p:cNvSpPr/>
            <p:nvPr/>
          </p:nvSpPr>
          <p:spPr>
            <a:xfrm>
              <a:off x="2705431" y="4636677"/>
              <a:ext cx="561076" cy="502358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883224" y="4154139"/>
            <a:ext cx="940904" cy="1059311"/>
            <a:chOff x="253932" y="5798689"/>
            <a:chExt cx="940904" cy="1059311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8" y="579868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2234979" y="4202670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53" name="Elipse 52">
            <a:extLst>
              <a:ext uri="{FF2B5EF4-FFF2-40B4-BE49-F238E27FC236}">
                <a16:creationId xmlns:a16="http://schemas.microsoft.com/office/drawing/2014/main" id="{1CA88040-C0FD-FF17-F912-FEF763C59A67}"/>
              </a:ext>
            </a:extLst>
          </p:cNvPr>
          <p:cNvSpPr/>
          <p:nvPr/>
        </p:nvSpPr>
        <p:spPr>
          <a:xfrm>
            <a:off x="5946743" y="162344"/>
            <a:ext cx="883814" cy="7545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44A46A8A-F7F9-64AA-C1B6-C9FE158AF16E}"/>
              </a:ext>
            </a:extLst>
          </p:cNvPr>
          <p:cNvGrpSpPr/>
          <p:nvPr/>
        </p:nvGrpSpPr>
        <p:grpSpPr>
          <a:xfrm>
            <a:off x="1577009" y="3076680"/>
            <a:ext cx="1315939" cy="1077459"/>
            <a:chOff x="2130287" y="1757642"/>
            <a:chExt cx="1315939" cy="1077459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95B533E4-7DB6-1E68-FF10-F3C1ABE195AF}"/>
                </a:ext>
              </a:extLst>
            </p:cNvPr>
            <p:cNvSpPr/>
            <p:nvPr/>
          </p:nvSpPr>
          <p:spPr>
            <a:xfrm>
              <a:off x="2130287" y="2013467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32</a:t>
              </a:r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334ED92-3186-9A75-3558-80400D3CB5AA}"/>
                </a:ext>
              </a:extLst>
            </p:cNvPr>
            <p:cNvSpPr/>
            <p:nvPr/>
          </p:nvSpPr>
          <p:spPr>
            <a:xfrm>
              <a:off x="2144355" y="187028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</a:t>
              </a:r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9C96AF8-2CE5-B43B-0335-93027AB9D9AE}"/>
                </a:ext>
              </a:extLst>
            </p:cNvPr>
            <p:cNvSpPr/>
            <p:nvPr/>
          </p:nvSpPr>
          <p:spPr>
            <a:xfrm>
              <a:off x="2705431" y="1870286"/>
              <a:ext cx="561076" cy="529224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b="1" dirty="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54" name="Elipse 53">
              <a:extLst>
                <a:ext uri="{FF2B5EF4-FFF2-40B4-BE49-F238E27FC236}">
                  <a16:creationId xmlns:a16="http://schemas.microsoft.com/office/drawing/2014/main" id="{42317157-D96E-C0AF-209B-D72DF533705C}"/>
                </a:ext>
              </a:extLst>
            </p:cNvPr>
            <p:cNvSpPr/>
            <p:nvPr/>
          </p:nvSpPr>
          <p:spPr>
            <a:xfrm>
              <a:off x="2562412" y="1757642"/>
              <a:ext cx="883814" cy="754511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</p:spTree>
    <p:extLst>
      <p:ext uri="{BB962C8B-B14F-4D97-AF65-F5344CB8AC3E}">
        <p14:creationId xmlns:p14="http://schemas.microsoft.com/office/powerpoint/2010/main" val="158159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30" idx="4"/>
            <a:endCxn id="31" idx="0"/>
          </p:cNvCxnSpPr>
          <p:nvPr/>
        </p:nvCxnSpPr>
        <p:spPr>
          <a:xfrm>
            <a:off x="3575641" y="2928225"/>
            <a:ext cx="1334234" cy="33845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4" idx="4"/>
            <a:endCxn id="48" idx="0"/>
          </p:cNvCxnSpPr>
          <p:nvPr/>
        </p:nvCxnSpPr>
        <p:spPr>
          <a:xfrm>
            <a:off x="2047461" y="4154139"/>
            <a:ext cx="1263539" cy="66475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4909875" y="4088311"/>
            <a:ext cx="1076019" cy="73058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stCxn id="61" idx="4"/>
            <a:endCxn id="30" idx="0"/>
          </p:cNvCxnSpPr>
          <p:nvPr/>
        </p:nvCxnSpPr>
        <p:spPr>
          <a:xfrm flipH="1">
            <a:off x="3575641" y="1258957"/>
            <a:ext cx="2520359" cy="84763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675631" y="4154139"/>
            <a:ext cx="1371830" cy="66475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30" idx="4"/>
            <a:endCxn id="4" idx="0"/>
          </p:cNvCxnSpPr>
          <p:nvPr/>
        </p:nvCxnSpPr>
        <p:spPr>
          <a:xfrm flipH="1">
            <a:off x="2047461" y="2928225"/>
            <a:ext cx="1528180" cy="40428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grpSp>
        <p:nvGrpSpPr>
          <p:cNvPr id="52" name="Grupo 51">
            <a:extLst>
              <a:ext uri="{FF2B5EF4-FFF2-40B4-BE49-F238E27FC236}">
                <a16:creationId xmlns:a16="http://schemas.microsoft.com/office/drawing/2014/main" id="{9CE42DDA-0D44-90EC-B070-AB7101A1661F}"/>
              </a:ext>
            </a:extLst>
          </p:cNvPr>
          <p:cNvGrpSpPr/>
          <p:nvPr/>
        </p:nvGrpSpPr>
        <p:grpSpPr>
          <a:xfrm>
            <a:off x="5625548" y="337012"/>
            <a:ext cx="942536" cy="921945"/>
            <a:chOff x="5625548" y="337012"/>
            <a:chExt cx="942536" cy="921945"/>
          </a:xfrm>
        </p:grpSpPr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7BCDFCDE-F6A9-6FFC-DB3B-098FE0FFB131}"/>
                </a:ext>
              </a:extLst>
            </p:cNvPr>
            <p:cNvSpPr/>
            <p:nvPr/>
          </p:nvSpPr>
          <p:spPr>
            <a:xfrm>
              <a:off x="5625548" y="437323"/>
              <a:ext cx="940904" cy="82163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52</a:t>
              </a: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EE647B6-9F10-7BCB-A0BD-0B3E5A96450B}"/>
                </a:ext>
              </a:extLst>
            </p:cNvPr>
            <p:cNvSpPr/>
            <p:nvPr/>
          </p:nvSpPr>
          <p:spPr>
            <a:xfrm>
              <a:off x="5641248" y="337012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</a:t>
              </a: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48010865-73A2-13DC-F0A3-D9EC2F59F92B}"/>
                </a:ext>
              </a:extLst>
            </p:cNvPr>
            <p:cNvSpPr/>
            <p:nvPr/>
          </p:nvSpPr>
          <p:spPr>
            <a:xfrm>
              <a:off x="6202324" y="350265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205179" y="4675713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5515442" y="4675713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6582152" y="574913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3105189" y="1920342"/>
            <a:ext cx="940904" cy="1007883"/>
            <a:chOff x="2130287" y="4636677"/>
            <a:chExt cx="940904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439423" y="3028999"/>
            <a:ext cx="1090087" cy="1059312"/>
            <a:chOff x="253932" y="5798688"/>
            <a:chExt cx="1090087" cy="1059312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7" y="5798688"/>
              <a:ext cx="529012" cy="52604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2840548" y="4634228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44A46A8A-F7F9-64AA-C1B6-C9FE158AF16E}"/>
              </a:ext>
            </a:extLst>
          </p:cNvPr>
          <p:cNvGrpSpPr/>
          <p:nvPr/>
        </p:nvGrpSpPr>
        <p:grpSpPr>
          <a:xfrm>
            <a:off x="1577009" y="3189324"/>
            <a:ext cx="940904" cy="964815"/>
            <a:chOff x="2130287" y="1870286"/>
            <a:chExt cx="940904" cy="964815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95B533E4-7DB6-1E68-FF10-F3C1ABE195AF}"/>
                </a:ext>
              </a:extLst>
            </p:cNvPr>
            <p:cNvSpPr/>
            <p:nvPr/>
          </p:nvSpPr>
          <p:spPr>
            <a:xfrm>
              <a:off x="2130287" y="2013467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32</a:t>
              </a:r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334ED92-3186-9A75-3558-80400D3CB5AA}"/>
                </a:ext>
              </a:extLst>
            </p:cNvPr>
            <p:cNvSpPr/>
            <p:nvPr/>
          </p:nvSpPr>
          <p:spPr>
            <a:xfrm>
              <a:off x="2144355" y="187028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  <p:sp>
        <p:nvSpPr>
          <p:cNvPr id="39" name="Elipse 38">
            <a:extLst>
              <a:ext uri="{FF2B5EF4-FFF2-40B4-BE49-F238E27FC236}">
                <a16:creationId xmlns:a16="http://schemas.microsoft.com/office/drawing/2014/main" id="{3DCDBD2D-7F90-31D3-7A1F-12A3EE9773C7}"/>
              </a:ext>
            </a:extLst>
          </p:cNvPr>
          <p:cNvSpPr/>
          <p:nvPr/>
        </p:nvSpPr>
        <p:spPr>
          <a:xfrm>
            <a:off x="2120938" y="318570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E92B9414-BE16-3C99-98D6-6C79799CB89D}"/>
              </a:ext>
            </a:extLst>
          </p:cNvPr>
          <p:cNvSpPr/>
          <p:nvPr/>
        </p:nvSpPr>
        <p:spPr>
          <a:xfrm>
            <a:off x="3680333" y="190648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9032357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30" idx="4"/>
            <a:endCxn id="31" idx="0"/>
          </p:cNvCxnSpPr>
          <p:nvPr/>
        </p:nvCxnSpPr>
        <p:spPr>
          <a:xfrm>
            <a:off x="3575641" y="2928225"/>
            <a:ext cx="1334234" cy="33845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4" idx="4"/>
            <a:endCxn id="48" idx="0"/>
          </p:cNvCxnSpPr>
          <p:nvPr/>
        </p:nvCxnSpPr>
        <p:spPr>
          <a:xfrm>
            <a:off x="2047461" y="4154139"/>
            <a:ext cx="1263539" cy="66475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4909875" y="4088311"/>
            <a:ext cx="1076019" cy="73058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stCxn id="61" idx="4"/>
            <a:endCxn id="30" idx="0"/>
          </p:cNvCxnSpPr>
          <p:nvPr/>
        </p:nvCxnSpPr>
        <p:spPr>
          <a:xfrm flipH="1">
            <a:off x="3575641" y="1258957"/>
            <a:ext cx="2520359" cy="84763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675631" y="4154139"/>
            <a:ext cx="1371830" cy="66475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30" idx="4"/>
            <a:endCxn id="4" idx="0"/>
          </p:cNvCxnSpPr>
          <p:nvPr/>
        </p:nvCxnSpPr>
        <p:spPr>
          <a:xfrm flipH="1">
            <a:off x="2047461" y="2928225"/>
            <a:ext cx="1528180" cy="40428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grpSp>
        <p:nvGrpSpPr>
          <p:cNvPr id="52" name="Grupo 51">
            <a:extLst>
              <a:ext uri="{FF2B5EF4-FFF2-40B4-BE49-F238E27FC236}">
                <a16:creationId xmlns:a16="http://schemas.microsoft.com/office/drawing/2014/main" id="{9CE42DDA-0D44-90EC-B070-AB7101A1661F}"/>
              </a:ext>
            </a:extLst>
          </p:cNvPr>
          <p:cNvGrpSpPr/>
          <p:nvPr/>
        </p:nvGrpSpPr>
        <p:grpSpPr>
          <a:xfrm>
            <a:off x="5625548" y="337012"/>
            <a:ext cx="942536" cy="921945"/>
            <a:chOff x="5625548" y="337012"/>
            <a:chExt cx="942536" cy="921945"/>
          </a:xfrm>
        </p:grpSpPr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7BCDFCDE-F6A9-6FFC-DB3B-098FE0FFB131}"/>
                </a:ext>
              </a:extLst>
            </p:cNvPr>
            <p:cNvSpPr/>
            <p:nvPr/>
          </p:nvSpPr>
          <p:spPr>
            <a:xfrm>
              <a:off x="5625548" y="437323"/>
              <a:ext cx="940904" cy="82163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52</a:t>
              </a: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EE647B6-9F10-7BCB-A0BD-0B3E5A96450B}"/>
                </a:ext>
              </a:extLst>
            </p:cNvPr>
            <p:cNvSpPr/>
            <p:nvPr/>
          </p:nvSpPr>
          <p:spPr>
            <a:xfrm>
              <a:off x="5641248" y="337012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</a:t>
              </a: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48010865-73A2-13DC-F0A3-D9EC2F59F92B}"/>
                </a:ext>
              </a:extLst>
            </p:cNvPr>
            <p:cNvSpPr/>
            <p:nvPr/>
          </p:nvSpPr>
          <p:spPr>
            <a:xfrm>
              <a:off x="6202324" y="350265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205179" y="4675713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5515442" y="4675713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6582152" y="574913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3105189" y="1920342"/>
            <a:ext cx="940904" cy="1007883"/>
            <a:chOff x="2130287" y="4636677"/>
            <a:chExt cx="940904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439423" y="3028999"/>
            <a:ext cx="1090087" cy="1059312"/>
            <a:chOff x="253932" y="5798688"/>
            <a:chExt cx="1090087" cy="1059312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7" y="5798688"/>
              <a:ext cx="529012" cy="52604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38</a:t>
            </a:r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2840548" y="4634228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44A46A8A-F7F9-64AA-C1B6-C9FE158AF16E}"/>
              </a:ext>
            </a:extLst>
          </p:cNvPr>
          <p:cNvGrpSpPr/>
          <p:nvPr/>
        </p:nvGrpSpPr>
        <p:grpSpPr>
          <a:xfrm>
            <a:off x="1577009" y="3189324"/>
            <a:ext cx="940904" cy="964815"/>
            <a:chOff x="2130287" y="1870286"/>
            <a:chExt cx="940904" cy="964815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95B533E4-7DB6-1E68-FF10-F3C1ABE195AF}"/>
                </a:ext>
              </a:extLst>
            </p:cNvPr>
            <p:cNvSpPr/>
            <p:nvPr/>
          </p:nvSpPr>
          <p:spPr>
            <a:xfrm>
              <a:off x="2130287" y="2013467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32</a:t>
              </a:r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334ED92-3186-9A75-3558-80400D3CB5AA}"/>
                </a:ext>
              </a:extLst>
            </p:cNvPr>
            <p:cNvSpPr/>
            <p:nvPr/>
          </p:nvSpPr>
          <p:spPr>
            <a:xfrm>
              <a:off x="2144355" y="187028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  <p:sp>
        <p:nvSpPr>
          <p:cNvPr id="39" name="Elipse 38">
            <a:extLst>
              <a:ext uri="{FF2B5EF4-FFF2-40B4-BE49-F238E27FC236}">
                <a16:creationId xmlns:a16="http://schemas.microsoft.com/office/drawing/2014/main" id="{3DCDBD2D-7F90-31D3-7A1F-12A3EE9773C7}"/>
              </a:ext>
            </a:extLst>
          </p:cNvPr>
          <p:cNvSpPr/>
          <p:nvPr/>
        </p:nvSpPr>
        <p:spPr>
          <a:xfrm>
            <a:off x="2120938" y="318570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E92B9414-BE16-3C99-98D6-6C79799CB89D}"/>
              </a:ext>
            </a:extLst>
          </p:cNvPr>
          <p:cNvSpPr/>
          <p:nvPr/>
        </p:nvSpPr>
        <p:spPr>
          <a:xfrm>
            <a:off x="3680333" y="190648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653086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30" idx="4"/>
            <a:endCxn id="31" idx="0"/>
          </p:cNvCxnSpPr>
          <p:nvPr/>
        </p:nvCxnSpPr>
        <p:spPr>
          <a:xfrm>
            <a:off x="3575641" y="2928225"/>
            <a:ext cx="1334234" cy="33845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4" idx="4"/>
            <a:endCxn id="48" idx="0"/>
          </p:cNvCxnSpPr>
          <p:nvPr/>
        </p:nvCxnSpPr>
        <p:spPr>
          <a:xfrm>
            <a:off x="2047461" y="4154139"/>
            <a:ext cx="1263539" cy="66475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4909875" y="4088311"/>
            <a:ext cx="1076019" cy="73058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stCxn id="61" idx="4"/>
            <a:endCxn id="30" idx="0"/>
          </p:cNvCxnSpPr>
          <p:nvPr/>
        </p:nvCxnSpPr>
        <p:spPr>
          <a:xfrm flipH="1">
            <a:off x="3575641" y="1258957"/>
            <a:ext cx="2520359" cy="84763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675631" y="4154139"/>
            <a:ext cx="1371830" cy="66475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30" idx="4"/>
            <a:endCxn id="4" idx="0"/>
          </p:cNvCxnSpPr>
          <p:nvPr/>
        </p:nvCxnSpPr>
        <p:spPr>
          <a:xfrm flipH="1">
            <a:off x="2047461" y="2928225"/>
            <a:ext cx="1528180" cy="40428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grpSp>
        <p:nvGrpSpPr>
          <p:cNvPr id="52" name="Grupo 51">
            <a:extLst>
              <a:ext uri="{FF2B5EF4-FFF2-40B4-BE49-F238E27FC236}">
                <a16:creationId xmlns:a16="http://schemas.microsoft.com/office/drawing/2014/main" id="{9CE42DDA-0D44-90EC-B070-AB7101A1661F}"/>
              </a:ext>
            </a:extLst>
          </p:cNvPr>
          <p:cNvGrpSpPr/>
          <p:nvPr/>
        </p:nvGrpSpPr>
        <p:grpSpPr>
          <a:xfrm>
            <a:off x="5625548" y="337012"/>
            <a:ext cx="942536" cy="921945"/>
            <a:chOff x="5625548" y="337012"/>
            <a:chExt cx="942536" cy="921945"/>
          </a:xfrm>
        </p:grpSpPr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7BCDFCDE-F6A9-6FFC-DB3B-098FE0FFB131}"/>
                </a:ext>
              </a:extLst>
            </p:cNvPr>
            <p:cNvSpPr/>
            <p:nvPr/>
          </p:nvSpPr>
          <p:spPr>
            <a:xfrm>
              <a:off x="5625548" y="437323"/>
              <a:ext cx="940904" cy="82163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52</a:t>
              </a: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EE647B6-9F10-7BCB-A0BD-0B3E5A96450B}"/>
                </a:ext>
              </a:extLst>
            </p:cNvPr>
            <p:cNvSpPr/>
            <p:nvPr/>
          </p:nvSpPr>
          <p:spPr>
            <a:xfrm>
              <a:off x="5641248" y="337012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</a:t>
              </a: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48010865-73A2-13DC-F0A3-D9EC2F59F92B}"/>
                </a:ext>
              </a:extLst>
            </p:cNvPr>
            <p:cNvSpPr/>
            <p:nvPr/>
          </p:nvSpPr>
          <p:spPr>
            <a:xfrm>
              <a:off x="6202324" y="350265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205179" y="4675713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5515442" y="4675713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6582152" y="574913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3105189" y="1920342"/>
            <a:ext cx="940904" cy="1007883"/>
            <a:chOff x="2130287" y="4636677"/>
            <a:chExt cx="940904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439423" y="3028999"/>
            <a:ext cx="1090087" cy="1059312"/>
            <a:chOff x="253932" y="5798688"/>
            <a:chExt cx="1090087" cy="1059312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7" y="5798688"/>
              <a:ext cx="529012" cy="52604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2840548" y="4634228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44A46A8A-F7F9-64AA-C1B6-C9FE158AF16E}"/>
              </a:ext>
            </a:extLst>
          </p:cNvPr>
          <p:cNvGrpSpPr/>
          <p:nvPr/>
        </p:nvGrpSpPr>
        <p:grpSpPr>
          <a:xfrm>
            <a:off x="1577009" y="3189324"/>
            <a:ext cx="940904" cy="964815"/>
            <a:chOff x="2130287" y="1870286"/>
            <a:chExt cx="940904" cy="964815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95B533E4-7DB6-1E68-FF10-F3C1ABE195AF}"/>
                </a:ext>
              </a:extLst>
            </p:cNvPr>
            <p:cNvSpPr/>
            <p:nvPr/>
          </p:nvSpPr>
          <p:spPr>
            <a:xfrm>
              <a:off x="2130287" y="2013467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32</a:t>
              </a:r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334ED92-3186-9A75-3558-80400D3CB5AA}"/>
                </a:ext>
              </a:extLst>
            </p:cNvPr>
            <p:cNvSpPr/>
            <p:nvPr/>
          </p:nvSpPr>
          <p:spPr>
            <a:xfrm>
              <a:off x="2144355" y="187028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  <p:sp>
        <p:nvSpPr>
          <p:cNvPr id="39" name="Elipse 38">
            <a:extLst>
              <a:ext uri="{FF2B5EF4-FFF2-40B4-BE49-F238E27FC236}">
                <a16:creationId xmlns:a16="http://schemas.microsoft.com/office/drawing/2014/main" id="{3DCDBD2D-7F90-31D3-7A1F-12A3EE9773C7}"/>
              </a:ext>
            </a:extLst>
          </p:cNvPr>
          <p:cNvSpPr/>
          <p:nvPr/>
        </p:nvSpPr>
        <p:spPr>
          <a:xfrm>
            <a:off x="2120938" y="318570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E92B9414-BE16-3C99-98D6-6C79799CB89D}"/>
              </a:ext>
            </a:extLst>
          </p:cNvPr>
          <p:cNvSpPr/>
          <p:nvPr/>
        </p:nvSpPr>
        <p:spPr>
          <a:xfrm>
            <a:off x="3680333" y="190648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45B4C521-27F7-2A62-1087-7231C2B5C17F}"/>
              </a:ext>
            </a:extLst>
          </p:cNvPr>
          <p:cNvSpPr/>
          <p:nvPr/>
        </p:nvSpPr>
        <p:spPr>
          <a:xfrm>
            <a:off x="5652051" y="1252002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232564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30" idx="4"/>
            <a:endCxn id="31" idx="0"/>
          </p:cNvCxnSpPr>
          <p:nvPr/>
        </p:nvCxnSpPr>
        <p:spPr>
          <a:xfrm>
            <a:off x="3575641" y="2928225"/>
            <a:ext cx="1334234" cy="33845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4" idx="4"/>
            <a:endCxn id="48" idx="0"/>
          </p:cNvCxnSpPr>
          <p:nvPr/>
        </p:nvCxnSpPr>
        <p:spPr>
          <a:xfrm>
            <a:off x="2047461" y="4154139"/>
            <a:ext cx="1263539" cy="66475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4909875" y="4088311"/>
            <a:ext cx="1076019" cy="73058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stCxn id="61" idx="4"/>
            <a:endCxn id="30" idx="0"/>
          </p:cNvCxnSpPr>
          <p:nvPr/>
        </p:nvCxnSpPr>
        <p:spPr>
          <a:xfrm flipH="1">
            <a:off x="3575641" y="1258957"/>
            <a:ext cx="2520359" cy="84763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675631" y="4154139"/>
            <a:ext cx="1371830" cy="66475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30" idx="4"/>
            <a:endCxn id="4" idx="0"/>
          </p:cNvCxnSpPr>
          <p:nvPr/>
        </p:nvCxnSpPr>
        <p:spPr>
          <a:xfrm flipH="1">
            <a:off x="2047461" y="2928225"/>
            <a:ext cx="1528180" cy="40428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grpSp>
        <p:nvGrpSpPr>
          <p:cNvPr id="52" name="Grupo 51">
            <a:extLst>
              <a:ext uri="{FF2B5EF4-FFF2-40B4-BE49-F238E27FC236}">
                <a16:creationId xmlns:a16="http://schemas.microsoft.com/office/drawing/2014/main" id="{9CE42DDA-0D44-90EC-B070-AB7101A1661F}"/>
              </a:ext>
            </a:extLst>
          </p:cNvPr>
          <p:cNvGrpSpPr/>
          <p:nvPr/>
        </p:nvGrpSpPr>
        <p:grpSpPr>
          <a:xfrm>
            <a:off x="5625548" y="337012"/>
            <a:ext cx="942536" cy="921945"/>
            <a:chOff x="5625548" y="337012"/>
            <a:chExt cx="942536" cy="921945"/>
          </a:xfrm>
        </p:grpSpPr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7BCDFCDE-F6A9-6FFC-DB3B-098FE0FFB131}"/>
                </a:ext>
              </a:extLst>
            </p:cNvPr>
            <p:cNvSpPr/>
            <p:nvPr/>
          </p:nvSpPr>
          <p:spPr>
            <a:xfrm>
              <a:off x="5625548" y="437323"/>
              <a:ext cx="940904" cy="82163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52</a:t>
              </a: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EE647B6-9F10-7BCB-A0BD-0B3E5A96450B}"/>
                </a:ext>
              </a:extLst>
            </p:cNvPr>
            <p:cNvSpPr/>
            <p:nvPr/>
          </p:nvSpPr>
          <p:spPr>
            <a:xfrm>
              <a:off x="5641248" y="337012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</a:t>
              </a: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48010865-73A2-13DC-F0A3-D9EC2F59F92B}"/>
                </a:ext>
              </a:extLst>
            </p:cNvPr>
            <p:cNvSpPr/>
            <p:nvPr/>
          </p:nvSpPr>
          <p:spPr>
            <a:xfrm>
              <a:off x="6202324" y="350265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205179" y="4675713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5515442" y="4675713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6582152" y="574913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3105189" y="1920342"/>
            <a:ext cx="940904" cy="1007883"/>
            <a:chOff x="2130287" y="4636677"/>
            <a:chExt cx="940904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439423" y="3028999"/>
            <a:ext cx="1090087" cy="1059312"/>
            <a:chOff x="253932" y="5798688"/>
            <a:chExt cx="1090087" cy="1059312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7" y="5798688"/>
              <a:ext cx="529012" cy="52604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2840548" y="4634228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44A46A8A-F7F9-64AA-C1B6-C9FE158AF16E}"/>
              </a:ext>
            </a:extLst>
          </p:cNvPr>
          <p:cNvGrpSpPr/>
          <p:nvPr/>
        </p:nvGrpSpPr>
        <p:grpSpPr>
          <a:xfrm>
            <a:off x="1577009" y="3189324"/>
            <a:ext cx="940904" cy="964815"/>
            <a:chOff x="2130287" y="1870286"/>
            <a:chExt cx="940904" cy="964815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95B533E4-7DB6-1E68-FF10-F3C1ABE195AF}"/>
                </a:ext>
              </a:extLst>
            </p:cNvPr>
            <p:cNvSpPr/>
            <p:nvPr/>
          </p:nvSpPr>
          <p:spPr>
            <a:xfrm>
              <a:off x="2130287" y="2013467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32</a:t>
              </a:r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334ED92-3186-9A75-3558-80400D3CB5AA}"/>
                </a:ext>
              </a:extLst>
            </p:cNvPr>
            <p:cNvSpPr/>
            <p:nvPr/>
          </p:nvSpPr>
          <p:spPr>
            <a:xfrm>
              <a:off x="2144355" y="187028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  <p:sp>
        <p:nvSpPr>
          <p:cNvPr id="39" name="Elipse 38">
            <a:extLst>
              <a:ext uri="{FF2B5EF4-FFF2-40B4-BE49-F238E27FC236}">
                <a16:creationId xmlns:a16="http://schemas.microsoft.com/office/drawing/2014/main" id="{3DCDBD2D-7F90-31D3-7A1F-12A3EE9773C7}"/>
              </a:ext>
            </a:extLst>
          </p:cNvPr>
          <p:cNvSpPr/>
          <p:nvPr/>
        </p:nvSpPr>
        <p:spPr>
          <a:xfrm>
            <a:off x="2120938" y="318570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E92B9414-BE16-3C99-98D6-6C79799CB89D}"/>
              </a:ext>
            </a:extLst>
          </p:cNvPr>
          <p:cNvSpPr/>
          <p:nvPr/>
        </p:nvSpPr>
        <p:spPr>
          <a:xfrm>
            <a:off x="3680333" y="190648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45B4C521-27F7-2A62-1087-7231C2B5C17F}"/>
              </a:ext>
            </a:extLst>
          </p:cNvPr>
          <p:cNvSpPr/>
          <p:nvPr/>
        </p:nvSpPr>
        <p:spPr>
          <a:xfrm>
            <a:off x="3121641" y="2921688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922195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30" idx="4"/>
            <a:endCxn id="31" idx="0"/>
          </p:cNvCxnSpPr>
          <p:nvPr/>
        </p:nvCxnSpPr>
        <p:spPr>
          <a:xfrm>
            <a:off x="3575641" y="2928225"/>
            <a:ext cx="1334234" cy="33845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4" idx="4"/>
            <a:endCxn id="48" idx="0"/>
          </p:cNvCxnSpPr>
          <p:nvPr/>
        </p:nvCxnSpPr>
        <p:spPr>
          <a:xfrm>
            <a:off x="2047461" y="4154139"/>
            <a:ext cx="1263539" cy="66475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4909875" y="4088311"/>
            <a:ext cx="1076019" cy="73058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stCxn id="61" idx="4"/>
            <a:endCxn id="30" idx="0"/>
          </p:cNvCxnSpPr>
          <p:nvPr/>
        </p:nvCxnSpPr>
        <p:spPr>
          <a:xfrm flipH="1">
            <a:off x="3575641" y="1258957"/>
            <a:ext cx="2520359" cy="84763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675631" y="4154139"/>
            <a:ext cx="1371830" cy="66475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30" idx="4"/>
            <a:endCxn id="4" idx="0"/>
          </p:cNvCxnSpPr>
          <p:nvPr/>
        </p:nvCxnSpPr>
        <p:spPr>
          <a:xfrm flipH="1">
            <a:off x="2047461" y="2928225"/>
            <a:ext cx="1528180" cy="40428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grpSp>
        <p:nvGrpSpPr>
          <p:cNvPr id="52" name="Grupo 51">
            <a:extLst>
              <a:ext uri="{FF2B5EF4-FFF2-40B4-BE49-F238E27FC236}">
                <a16:creationId xmlns:a16="http://schemas.microsoft.com/office/drawing/2014/main" id="{9CE42DDA-0D44-90EC-B070-AB7101A1661F}"/>
              </a:ext>
            </a:extLst>
          </p:cNvPr>
          <p:cNvGrpSpPr/>
          <p:nvPr/>
        </p:nvGrpSpPr>
        <p:grpSpPr>
          <a:xfrm>
            <a:off x="5625548" y="337012"/>
            <a:ext cx="942536" cy="921945"/>
            <a:chOff x="5625548" y="337012"/>
            <a:chExt cx="942536" cy="921945"/>
          </a:xfrm>
        </p:grpSpPr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7BCDFCDE-F6A9-6FFC-DB3B-098FE0FFB131}"/>
                </a:ext>
              </a:extLst>
            </p:cNvPr>
            <p:cNvSpPr/>
            <p:nvPr/>
          </p:nvSpPr>
          <p:spPr>
            <a:xfrm>
              <a:off x="5625548" y="437323"/>
              <a:ext cx="940904" cy="82163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52</a:t>
              </a: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EE647B6-9F10-7BCB-A0BD-0B3E5A96450B}"/>
                </a:ext>
              </a:extLst>
            </p:cNvPr>
            <p:cNvSpPr/>
            <p:nvPr/>
          </p:nvSpPr>
          <p:spPr>
            <a:xfrm>
              <a:off x="5641248" y="337012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</a:t>
              </a: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48010865-73A2-13DC-F0A3-D9EC2F59F92B}"/>
                </a:ext>
              </a:extLst>
            </p:cNvPr>
            <p:cNvSpPr/>
            <p:nvPr/>
          </p:nvSpPr>
          <p:spPr>
            <a:xfrm>
              <a:off x="6202324" y="350265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205179" y="4675713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5515442" y="4675713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6582152" y="574913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3105189" y="1920342"/>
            <a:ext cx="940904" cy="1007883"/>
            <a:chOff x="2130287" y="4636677"/>
            <a:chExt cx="940904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439423" y="3028999"/>
            <a:ext cx="1090087" cy="1059312"/>
            <a:chOff x="253932" y="5798688"/>
            <a:chExt cx="1090087" cy="1059312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7" y="5798688"/>
              <a:ext cx="529012" cy="52604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2840548" y="4634228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44A46A8A-F7F9-64AA-C1B6-C9FE158AF16E}"/>
              </a:ext>
            </a:extLst>
          </p:cNvPr>
          <p:cNvGrpSpPr/>
          <p:nvPr/>
        </p:nvGrpSpPr>
        <p:grpSpPr>
          <a:xfrm>
            <a:off x="1577009" y="3189324"/>
            <a:ext cx="940904" cy="964815"/>
            <a:chOff x="2130287" y="1870286"/>
            <a:chExt cx="940904" cy="964815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95B533E4-7DB6-1E68-FF10-F3C1ABE195AF}"/>
                </a:ext>
              </a:extLst>
            </p:cNvPr>
            <p:cNvSpPr/>
            <p:nvPr/>
          </p:nvSpPr>
          <p:spPr>
            <a:xfrm>
              <a:off x="2130287" y="2013467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32</a:t>
              </a:r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334ED92-3186-9A75-3558-80400D3CB5AA}"/>
                </a:ext>
              </a:extLst>
            </p:cNvPr>
            <p:cNvSpPr/>
            <p:nvPr/>
          </p:nvSpPr>
          <p:spPr>
            <a:xfrm>
              <a:off x="2144355" y="187028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  <p:sp>
        <p:nvSpPr>
          <p:cNvPr id="39" name="Elipse 38">
            <a:extLst>
              <a:ext uri="{FF2B5EF4-FFF2-40B4-BE49-F238E27FC236}">
                <a16:creationId xmlns:a16="http://schemas.microsoft.com/office/drawing/2014/main" id="{3DCDBD2D-7F90-31D3-7A1F-12A3EE9773C7}"/>
              </a:ext>
            </a:extLst>
          </p:cNvPr>
          <p:cNvSpPr/>
          <p:nvPr/>
        </p:nvSpPr>
        <p:spPr>
          <a:xfrm>
            <a:off x="2120938" y="318570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E92B9414-BE16-3C99-98D6-6C79799CB89D}"/>
              </a:ext>
            </a:extLst>
          </p:cNvPr>
          <p:cNvSpPr/>
          <p:nvPr/>
        </p:nvSpPr>
        <p:spPr>
          <a:xfrm>
            <a:off x="3680333" y="190648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45B4C521-27F7-2A62-1087-7231C2B5C17F}"/>
              </a:ext>
            </a:extLst>
          </p:cNvPr>
          <p:cNvSpPr/>
          <p:nvPr/>
        </p:nvSpPr>
        <p:spPr>
          <a:xfrm>
            <a:off x="1596861" y="4147602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758867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30" idx="4"/>
            <a:endCxn id="31" idx="0"/>
          </p:cNvCxnSpPr>
          <p:nvPr/>
        </p:nvCxnSpPr>
        <p:spPr>
          <a:xfrm>
            <a:off x="3575641" y="2928225"/>
            <a:ext cx="1334234" cy="33845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4" idx="4"/>
            <a:endCxn id="48" idx="0"/>
          </p:cNvCxnSpPr>
          <p:nvPr/>
        </p:nvCxnSpPr>
        <p:spPr>
          <a:xfrm>
            <a:off x="2047461" y="4154139"/>
            <a:ext cx="1263539" cy="66475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4909875" y="4088311"/>
            <a:ext cx="1076019" cy="73058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stCxn id="61" idx="4"/>
            <a:endCxn id="30" idx="0"/>
          </p:cNvCxnSpPr>
          <p:nvPr/>
        </p:nvCxnSpPr>
        <p:spPr>
          <a:xfrm flipH="1">
            <a:off x="3575641" y="1258957"/>
            <a:ext cx="2520359" cy="84763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675631" y="4154139"/>
            <a:ext cx="1371830" cy="66475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30" idx="4"/>
            <a:endCxn id="4" idx="0"/>
          </p:cNvCxnSpPr>
          <p:nvPr/>
        </p:nvCxnSpPr>
        <p:spPr>
          <a:xfrm flipH="1">
            <a:off x="2047461" y="2928225"/>
            <a:ext cx="1528180" cy="40428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grpSp>
        <p:nvGrpSpPr>
          <p:cNvPr id="52" name="Grupo 51">
            <a:extLst>
              <a:ext uri="{FF2B5EF4-FFF2-40B4-BE49-F238E27FC236}">
                <a16:creationId xmlns:a16="http://schemas.microsoft.com/office/drawing/2014/main" id="{9CE42DDA-0D44-90EC-B070-AB7101A1661F}"/>
              </a:ext>
            </a:extLst>
          </p:cNvPr>
          <p:cNvGrpSpPr/>
          <p:nvPr/>
        </p:nvGrpSpPr>
        <p:grpSpPr>
          <a:xfrm>
            <a:off x="5625548" y="337012"/>
            <a:ext cx="942536" cy="921945"/>
            <a:chOff x="5625548" y="337012"/>
            <a:chExt cx="942536" cy="921945"/>
          </a:xfrm>
        </p:grpSpPr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7BCDFCDE-F6A9-6FFC-DB3B-098FE0FFB131}"/>
                </a:ext>
              </a:extLst>
            </p:cNvPr>
            <p:cNvSpPr/>
            <p:nvPr/>
          </p:nvSpPr>
          <p:spPr>
            <a:xfrm>
              <a:off x="5625548" y="437323"/>
              <a:ext cx="940904" cy="82163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52</a:t>
              </a: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EE647B6-9F10-7BCB-A0BD-0B3E5A96450B}"/>
                </a:ext>
              </a:extLst>
            </p:cNvPr>
            <p:cNvSpPr/>
            <p:nvPr/>
          </p:nvSpPr>
          <p:spPr>
            <a:xfrm>
              <a:off x="5641248" y="337012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</a:t>
              </a: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48010865-73A2-13DC-F0A3-D9EC2F59F92B}"/>
                </a:ext>
              </a:extLst>
            </p:cNvPr>
            <p:cNvSpPr/>
            <p:nvPr/>
          </p:nvSpPr>
          <p:spPr>
            <a:xfrm>
              <a:off x="6202324" y="350265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205179" y="4675713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5515442" y="4675713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6582152" y="574913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3105189" y="1920342"/>
            <a:ext cx="940904" cy="1007883"/>
            <a:chOff x="2130287" y="4636677"/>
            <a:chExt cx="940904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439423" y="3028999"/>
            <a:ext cx="1090087" cy="1059312"/>
            <a:chOff x="253932" y="5798688"/>
            <a:chExt cx="1090087" cy="1059312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7" y="5798688"/>
              <a:ext cx="529012" cy="52604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2840548" y="4634228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44A46A8A-F7F9-64AA-C1B6-C9FE158AF16E}"/>
              </a:ext>
            </a:extLst>
          </p:cNvPr>
          <p:cNvGrpSpPr/>
          <p:nvPr/>
        </p:nvGrpSpPr>
        <p:grpSpPr>
          <a:xfrm>
            <a:off x="1577009" y="3189324"/>
            <a:ext cx="940904" cy="964815"/>
            <a:chOff x="2130287" y="1870286"/>
            <a:chExt cx="940904" cy="964815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95B533E4-7DB6-1E68-FF10-F3C1ABE195AF}"/>
                </a:ext>
              </a:extLst>
            </p:cNvPr>
            <p:cNvSpPr/>
            <p:nvPr/>
          </p:nvSpPr>
          <p:spPr>
            <a:xfrm>
              <a:off x="2130287" y="2013467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32</a:t>
              </a:r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334ED92-3186-9A75-3558-80400D3CB5AA}"/>
                </a:ext>
              </a:extLst>
            </p:cNvPr>
            <p:cNvSpPr/>
            <p:nvPr/>
          </p:nvSpPr>
          <p:spPr>
            <a:xfrm>
              <a:off x="2144355" y="187028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  <p:sp>
        <p:nvSpPr>
          <p:cNvPr id="39" name="Elipse 38">
            <a:extLst>
              <a:ext uri="{FF2B5EF4-FFF2-40B4-BE49-F238E27FC236}">
                <a16:creationId xmlns:a16="http://schemas.microsoft.com/office/drawing/2014/main" id="{3DCDBD2D-7F90-31D3-7A1F-12A3EE9773C7}"/>
              </a:ext>
            </a:extLst>
          </p:cNvPr>
          <p:cNvSpPr/>
          <p:nvPr/>
        </p:nvSpPr>
        <p:spPr>
          <a:xfrm>
            <a:off x="2120938" y="318570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E92B9414-BE16-3C99-98D6-6C79799CB89D}"/>
              </a:ext>
            </a:extLst>
          </p:cNvPr>
          <p:cNvSpPr/>
          <p:nvPr/>
        </p:nvSpPr>
        <p:spPr>
          <a:xfrm>
            <a:off x="3680333" y="190648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45B4C521-27F7-2A62-1087-7231C2B5C17F}"/>
              </a:ext>
            </a:extLst>
          </p:cNvPr>
          <p:cNvSpPr/>
          <p:nvPr/>
        </p:nvSpPr>
        <p:spPr>
          <a:xfrm>
            <a:off x="2840548" y="5640528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3542900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30" idx="4"/>
            <a:endCxn id="31" idx="0"/>
          </p:cNvCxnSpPr>
          <p:nvPr/>
        </p:nvCxnSpPr>
        <p:spPr>
          <a:xfrm>
            <a:off x="3575641" y="2928225"/>
            <a:ext cx="1334234" cy="33845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4" idx="4"/>
            <a:endCxn id="48" idx="0"/>
          </p:cNvCxnSpPr>
          <p:nvPr/>
        </p:nvCxnSpPr>
        <p:spPr>
          <a:xfrm>
            <a:off x="2047461" y="4154139"/>
            <a:ext cx="1263539" cy="66475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4909875" y="4088311"/>
            <a:ext cx="1076019" cy="73058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stCxn id="61" idx="4"/>
            <a:endCxn id="30" idx="0"/>
          </p:cNvCxnSpPr>
          <p:nvPr/>
        </p:nvCxnSpPr>
        <p:spPr>
          <a:xfrm flipH="1">
            <a:off x="3575641" y="1258957"/>
            <a:ext cx="2520359" cy="84763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675631" y="4154139"/>
            <a:ext cx="1371830" cy="66475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30" idx="4"/>
            <a:endCxn id="4" idx="0"/>
          </p:cNvCxnSpPr>
          <p:nvPr/>
        </p:nvCxnSpPr>
        <p:spPr>
          <a:xfrm flipH="1">
            <a:off x="2047461" y="2928225"/>
            <a:ext cx="1528180" cy="40428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grpSp>
        <p:nvGrpSpPr>
          <p:cNvPr id="52" name="Grupo 51">
            <a:extLst>
              <a:ext uri="{FF2B5EF4-FFF2-40B4-BE49-F238E27FC236}">
                <a16:creationId xmlns:a16="http://schemas.microsoft.com/office/drawing/2014/main" id="{9CE42DDA-0D44-90EC-B070-AB7101A1661F}"/>
              </a:ext>
            </a:extLst>
          </p:cNvPr>
          <p:cNvGrpSpPr/>
          <p:nvPr/>
        </p:nvGrpSpPr>
        <p:grpSpPr>
          <a:xfrm>
            <a:off x="5625548" y="337012"/>
            <a:ext cx="942536" cy="921945"/>
            <a:chOff x="5625548" y="337012"/>
            <a:chExt cx="942536" cy="921945"/>
          </a:xfrm>
        </p:grpSpPr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7BCDFCDE-F6A9-6FFC-DB3B-098FE0FFB131}"/>
                </a:ext>
              </a:extLst>
            </p:cNvPr>
            <p:cNvSpPr/>
            <p:nvPr/>
          </p:nvSpPr>
          <p:spPr>
            <a:xfrm>
              <a:off x="5625548" y="437323"/>
              <a:ext cx="940904" cy="82163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52</a:t>
              </a: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EE647B6-9F10-7BCB-A0BD-0B3E5A96450B}"/>
                </a:ext>
              </a:extLst>
            </p:cNvPr>
            <p:cNvSpPr/>
            <p:nvPr/>
          </p:nvSpPr>
          <p:spPr>
            <a:xfrm>
              <a:off x="5641248" y="337012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</a:t>
              </a: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48010865-73A2-13DC-F0A3-D9EC2F59F92B}"/>
                </a:ext>
              </a:extLst>
            </p:cNvPr>
            <p:cNvSpPr/>
            <p:nvPr/>
          </p:nvSpPr>
          <p:spPr>
            <a:xfrm>
              <a:off x="6202324" y="350265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205179" y="4675713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5515442" y="4675713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6582152" y="574913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3105189" y="1920342"/>
            <a:ext cx="940904" cy="1007883"/>
            <a:chOff x="2130287" y="4636677"/>
            <a:chExt cx="940904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439423" y="3028999"/>
            <a:ext cx="1090087" cy="1059312"/>
            <a:chOff x="253932" y="5798688"/>
            <a:chExt cx="1090087" cy="1059312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7" y="5798688"/>
              <a:ext cx="529012" cy="52604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2840548" y="4634228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44A46A8A-F7F9-64AA-C1B6-C9FE158AF16E}"/>
              </a:ext>
            </a:extLst>
          </p:cNvPr>
          <p:cNvGrpSpPr/>
          <p:nvPr/>
        </p:nvGrpSpPr>
        <p:grpSpPr>
          <a:xfrm>
            <a:off x="1577009" y="3189324"/>
            <a:ext cx="940904" cy="964815"/>
            <a:chOff x="2130287" y="1870286"/>
            <a:chExt cx="940904" cy="964815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95B533E4-7DB6-1E68-FF10-F3C1ABE195AF}"/>
                </a:ext>
              </a:extLst>
            </p:cNvPr>
            <p:cNvSpPr/>
            <p:nvPr/>
          </p:nvSpPr>
          <p:spPr>
            <a:xfrm>
              <a:off x="2130287" y="2013467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32</a:t>
              </a:r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334ED92-3186-9A75-3558-80400D3CB5AA}"/>
                </a:ext>
              </a:extLst>
            </p:cNvPr>
            <p:cNvSpPr/>
            <p:nvPr/>
          </p:nvSpPr>
          <p:spPr>
            <a:xfrm>
              <a:off x="2144355" y="187028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</p:grpSp>
      <p:sp>
        <p:nvSpPr>
          <p:cNvPr id="39" name="Elipse 38">
            <a:extLst>
              <a:ext uri="{FF2B5EF4-FFF2-40B4-BE49-F238E27FC236}">
                <a16:creationId xmlns:a16="http://schemas.microsoft.com/office/drawing/2014/main" id="{3DCDBD2D-7F90-31D3-7A1F-12A3EE9773C7}"/>
              </a:ext>
            </a:extLst>
          </p:cNvPr>
          <p:cNvSpPr/>
          <p:nvPr/>
        </p:nvSpPr>
        <p:spPr>
          <a:xfrm>
            <a:off x="2120937" y="3185708"/>
            <a:ext cx="585802" cy="551077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-1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E92B9414-BE16-3C99-98D6-6C79799CB89D}"/>
              </a:ext>
            </a:extLst>
          </p:cNvPr>
          <p:cNvSpPr/>
          <p:nvPr/>
        </p:nvSpPr>
        <p:spPr>
          <a:xfrm>
            <a:off x="3680333" y="190648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84949111-2FB9-7A17-E29C-0CE03D23FA65}"/>
              </a:ext>
            </a:extLst>
          </p:cNvPr>
          <p:cNvCxnSpPr>
            <a:cxnSpLocks/>
            <a:stCxn id="48" idx="4"/>
            <a:endCxn id="22" idx="0"/>
          </p:cNvCxnSpPr>
          <p:nvPr/>
        </p:nvCxnSpPr>
        <p:spPr>
          <a:xfrm flipH="1">
            <a:off x="2045401" y="5640528"/>
            <a:ext cx="1265599" cy="363571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upo 62">
            <a:extLst>
              <a:ext uri="{FF2B5EF4-FFF2-40B4-BE49-F238E27FC236}">
                <a16:creationId xmlns:a16="http://schemas.microsoft.com/office/drawing/2014/main" id="{284C54AC-9982-6663-0215-197A246D5C2E}"/>
              </a:ext>
            </a:extLst>
          </p:cNvPr>
          <p:cNvGrpSpPr/>
          <p:nvPr/>
        </p:nvGrpSpPr>
        <p:grpSpPr>
          <a:xfrm>
            <a:off x="1574949" y="5819433"/>
            <a:ext cx="940904" cy="1006300"/>
            <a:chOff x="1574949" y="5819433"/>
            <a:chExt cx="940904" cy="1006300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45B4C521-27F7-2A62-1087-7231C2B5C17F}"/>
                </a:ext>
              </a:extLst>
            </p:cNvPr>
            <p:cNvSpPr/>
            <p:nvPr/>
          </p:nvSpPr>
          <p:spPr>
            <a:xfrm>
              <a:off x="1574949" y="6004099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38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18B40B47-C928-3611-2052-246C85E5B373}"/>
                </a:ext>
              </a:extLst>
            </p:cNvPr>
            <p:cNvSpPr/>
            <p:nvPr/>
          </p:nvSpPr>
          <p:spPr>
            <a:xfrm>
              <a:off x="1589017" y="5819433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928CDE38-B427-1391-8C55-05C6760480C2}"/>
                </a:ext>
              </a:extLst>
            </p:cNvPr>
            <p:cNvSpPr/>
            <p:nvPr/>
          </p:nvSpPr>
          <p:spPr>
            <a:xfrm>
              <a:off x="2150093" y="5819433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65" name="Elipse 64">
            <a:extLst>
              <a:ext uri="{FF2B5EF4-FFF2-40B4-BE49-F238E27FC236}">
                <a16:creationId xmlns:a16="http://schemas.microsoft.com/office/drawing/2014/main" id="{974607A8-1B92-9C24-E11A-17FC21FBD36B}"/>
              </a:ext>
            </a:extLst>
          </p:cNvPr>
          <p:cNvSpPr/>
          <p:nvPr/>
        </p:nvSpPr>
        <p:spPr>
          <a:xfrm>
            <a:off x="5946743" y="162344"/>
            <a:ext cx="883814" cy="7545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127535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30" idx="4"/>
            <a:endCxn id="31" idx="0"/>
          </p:cNvCxnSpPr>
          <p:nvPr/>
        </p:nvCxnSpPr>
        <p:spPr>
          <a:xfrm>
            <a:off x="3575641" y="2928225"/>
            <a:ext cx="1334234" cy="33845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4" idx="4"/>
            <a:endCxn id="48" idx="0"/>
          </p:cNvCxnSpPr>
          <p:nvPr/>
        </p:nvCxnSpPr>
        <p:spPr>
          <a:xfrm>
            <a:off x="2047461" y="4154139"/>
            <a:ext cx="1263539" cy="66475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4909875" y="4088311"/>
            <a:ext cx="1076019" cy="73058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stCxn id="61" idx="4"/>
            <a:endCxn id="30" idx="0"/>
          </p:cNvCxnSpPr>
          <p:nvPr/>
        </p:nvCxnSpPr>
        <p:spPr>
          <a:xfrm flipH="1">
            <a:off x="3575641" y="1258957"/>
            <a:ext cx="2520359" cy="84763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675631" y="4154139"/>
            <a:ext cx="1371830" cy="66475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30" idx="4"/>
            <a:endCxn id="4" idx="0"/>
          </p:cNvCxnSpPr>
          <p:nvPr/>
        </p:nvCxnSpPr>
        <p:spPr>
          <a:xfrm flipH="1">
            <a:off x="2047461" y="2928225"/>
            <a:ext cx="1528180" cy="40428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grpSp>
        <p:nvGrpSpPr>
          <p:cNvPr id="52" name="Grupo 51">
            <a:extLst>
              <a:ext uri="{FF2B5EF4-FFF2-40B4-BE49-F238E27FC236}">
                <a16:creationId xmlns:a16="http://schemas.microsoft.com/office/drawing/2014/main" id="{9CE42DDA-0D44-90EC-B070-AB7101A1661F}"/>
              </a:ext>
            </a:extLst>
          </p:cNvPr>
          <p:cNvGrpSpPr/>
          <p:nvPr/>
        </p:nvGrpSpPr>
        <p:grpSpPr>
          <a:xfrm>
            <a:off x="5625548" y="337012"/>
            <a:ext cx="942536" cy="921945"/>
            <a:chOff x="5625548" y="337012"/>
            <a:chExt cx="942536" cy="921945"/>
          </a:xfrm>
        </p:grpSpPr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7BCDFCDE-F6A9-6FFC-DB3B-098FE0FFB131}"/>
                </a:ext>
              </a:extLst>
            </p:cNvPr>
            <p:cNvSpPr/>
            <p:nvPr/>
          </p:nvSpPr>
          <p:spPr>
            <a:xfrm>
              <a:off x="5625548" y="437323"/>
              <a:ext cx="940904" cy="82163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52</a:t>
              </a: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EE647B6-9F10-7BCB-A0BD-0B3E5A96450B}"/>
                </a:ext>
              </a:extLst>
            </p:cNvPr>
            <p:cNvSpPr/>
            <p:nvPr/>
          </p:nvSpPr>
          <p:spPr>
            <a:xfrm>
              <a:off x="5641248" y="337012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</a:t>
              </a: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48010865-73A2-13DC-F0A3-D9EC2F59F92B}"/>
                </a:ext>
              </a:extLst>
            </p:cNvPr>
            <p:cNvSpPr/>
            <p:nvPr/>
          </p:nvSpPr>
          <p:spPr>
            <a:xfrm>
              <a:off x="6202324" y="350265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205179" y="4675713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5515442" y="4675713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6582152" y="574913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3105189" y="1920342"/>
            <a:ext cx="940904" cy="1007883"/>
            <a:chOff x="2130287" y="4636677"/>
            <a:chExt cx="940904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439423" y="3028999"/>
            <a:ext cx="1090087" cy="1059312"/>
            <a:chOff x="253932" y="5798688"/>
            <a:chExt cx="1090087" cy="1059312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7" y="5798688"/>
              <a:ext cx="529012" cy="52604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2840548" y="4634228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44A46A8A-F7F9-64AA-C1B6-C9FE158AF16E}"/>
              </a:ext>
            </a:extLst>
          </p:cNvPr>
          <p:cNvGrpSpPr/>
          <p:nvPr/>
        </p:nvGrpSpPr>
        <p:grpSpPr>
          <a:xfrm>
            <a:off x="1577009" y="3189324"/>
            <a:ext cx="940904" cy="964815"/>
            <a:chOff x="2130287" y="1870286"/>
            <a:chExt cx="940904" cy="964815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95B533E4-7DB6-1E68-FF10-F3C1ABE195AF}"/>
                </a:ext>
              </a:extLst>
            </p:cNvPr>
            <p:cNvSpPr/>
            <p:nvPr/>
          </p:nvSpPr>
          <p:spPr>
            <a:xfrm>
              <a:off x="2130287" y="2013467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32</a:t>
              </a:r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334ED92-3186-9A75-3558-80400D3CB5AA}"/>
                </a:ext>
              </a:extLst>
            </p:cNvPr>
            <p:cNvSpPr/>
            <p:nvPr/>
          </p:nvSpPr>
          <p:spPr>
            <a:xfrm>
              <a:off x="2144355" y="187028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</p:grpSp>
      <p:sp>
        <p:nvSpPr>
          <p:cNvPr id="39" name="Elipse 38">
            <a:extLst>
              <a:ext uri="{FF2B5EF4-FFF2-40B4-BE49-F238E27FC236}">
                <a16:creationId xmlns:a16="http://schemas.microsoft.com/office/drawing/2014/main" id="{3DCDBD2D-7F90-31D3-7A1F-12A3EE9773C7}"/>
              </a:ext>
            </a:extLst>
          </p:cNvPr>
          <p:cNvSpPr/>
          <p:nvPr/>
        </p:nvSpPr>
        <p:spPr>
          <a:xfrm>
            <a:off x="2120937" y="3185708"/>
            <a:ext cx="585802" cy="551077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-1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E92B9414-BE16-3C99-98D6-6C79799CB89D}"/>
              </a:ext>
            </a:extLst>
          </p:cNvPr>
          <p:cNvSpPr/>
          <p:nvPr/>
        </p:nvSpPr>
        <p:spPr>
          <a:xfrm>
            <a:off x="3680333" y="190648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84949111-2FB9-7A17-E29C-0CE03D23FA65}"/>
              </a:ext>
            </a:extLst>
          </p:cNvPr>
          <p:cNvCxnSpPr>
            <a:cxnSpLocks/>
            <a:stCxn id="48" idx="4"/>
            <a:endCxn id="22" idx="0"/>
          </p:cNvCxnSpPr>
          <p:nvPr/>
        </p:nvCxnSpPr>
        <p:spPr>
          <a:xfrm flipH="1">
            <a:off x="2045401" y="5640528"/>
            <a:ext cx="1265599" cy="363571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upo 62">
            <a:extLst>
              <a:ext uri="{FF2B5EF4-FFF2-40B4-BE49-F238E27FC236}">
                <a16:creationId xmlns:a16="http://schemas.microsoft.com/office/drawing/2014/main" id="{284C54AC-9982-6663-0215-197A246D5C2E}"/>
              </a:ext>
            </a:extLst>
          </p:cNvPr>
          <p:cNvGrpSpPr/>
          <p:nvPr/>
        </p:nvGrpSpPr>
        <p:grpSpPr>
          <a:xfrm>
            <a:off x="1574949" y="5819433"/>
            <a:ext cx="940904" cy="1006300"/>
            <a:chOff x="1574949" y="5819433"/>
            <a:chExt cx="940904" cy="1006300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45B4C521-27F7-2A62-1087-7231C2B5C17F}"/>
                </a:ext>
              </a:extLst>
            </p:cNvPr>
            <p:cNvSpPr/>
            <p:nvPr/>
          </p:nvSpPr>
          <p:spPr>
            <a:xfrm>
              <a:off x="1574949" y="6004099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38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18B40B47-C928-3611-2052-246C85E5B373}"/>
                </a:ext>
              </a:extLst>
            </p:cNvPr>
            <p:cNvSpPr/>
            <p:nvPr/>
          </p:nvSpPr>
          <p:spPr>
            <a:xfrm>
              <a:off x="1589017" y="5819433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928CDE38-B427-1391-8C55-05C6760480C2}"/>
                </a:ext>
              </a:extLst>
            </p:cNvPr>
            <p:cNvSpPr/>
            <p:nvPr/>
          </p:nvSpPr>
          <p:spPr>
            <a:xfrm>
              <a:off x="2150093" y="5819433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65" name="Elipse 64">
            <a:extLst>
              <a:ext uri="{FF2B5EF4-FFF2-40B4-BE49-F238E27FC236}">
                <a16:creationId xmlns:a16="http://schemas.microsoft.com/office/drawing/2014/main" id="{974607A8-1B92-9C24-E11A-17FC21FBD36B}"/>
              </a:ext>
            </a:extLst>
          </p:cNvPr>
          <p:cNvSpPr/>
          <p:nvPr/>
        </p:nvSpPr>
        <p:spPr>
          <a:xfrm>
            <a:off x="5946743" y="162344"/>
            <a:ext cx="883814" cy="7545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04657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30" idx="4"/>
            <a:endCxn id="31" idx="0"/>
          </p:cNvCxnSpPr>
          <p:nvPr/>
        </p:nvCxnSpPr>
        <p:spPr>
          <a:xfrm>
            <a:off x="3575641" y="2928225"/>
            <a:ext cx="1334234" cy="33845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4" idx="4"/>
            <a:endCxn id="48" idx="0"/>
          </p:cNvCxnSpPr>
          <p:nvPr/>
        </p:nvCxnSpPr>
        <p:spPr>
          <a:xfrm>
            <a:off x="2047461" y="4154139"/>
            <a:ext cx="1263539" cy="66475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4909875" y="4088311"/>
            <a:ext cx="1076019" cy="73058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stCxn id="61" idx="4"/>
            <a:endCxn id="30" idx="0"/>
          </p:cNvCxnSpPr>
          <p:nvPr/>
        </p:nvCxnSpPr>
        <p:spPr>
          <a:xfrm flipH="1">
            <a:off x="3575641" y="1258957"/>
            <a:ext cx="2520359" cy="84763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675631" y="4154139"/>
            <a:ext cx="1371830" cy="66475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30" idx="4"/>
            <a:endCxn id="4" idx="0"/>
          </p:cNvCxnSpPr>
          <p:nvPr/>
        </p:nvCxnSpPr>
        <p:spPr>
          <a:xfrm flipH="1">
            <a:off x="2047461" y="2928225"/>
            <a:ext cx="1528180" cy="40428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grpSp>
        <p:nvGrpSpPr>
          <p:cNvPr id="52" name="Grupo 51">
            <a:extLst>
              <a:ext uri="{FF2B5EF4-FFF2-40B4-BE49-F238E27FC236}">
                <a16:creationId xmlns:a16="http://schemas.microsoft.com/office/drawing/2014/main" id="{9CE42DDA-0D44-90EC-B070-AB7101A1661F}"/>
              </a:ext>
            </a:extLst>
          </p:cNvPr>
          <p:cNvGrpSpPr/>
          <p:nvPr/>
        </p:nvGrpSpPr>
        <p:grpSpPr>
          <a:xfrm>
            <a:off x="5625548" y="337012"/>
            <a:ext cx="942536" cy="921945"/>
            <a:chOff x="5625548" y="337012"/>
            <a:chExt cx="942536" cy="921945"/>
          </a:xfrm>
        </p:grpSpPr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7BCDFCDE-F6A9-6FFC-DB3B-098FE0FFB131}"/>
                </a:ext>
              </a:extLst>
            </p:cNvPr>
            <p:cNvSpPr/>
            <p:nvPr/>
          </p:nvSpPr>
          <p:spPr>
            <a:xfrm>
              <a:off x="5625548" y="437323"/>
              <a:ext cx="940904" cy="82163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52</a:t>
              </a: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EE647B6-9F10-7BCB-A0BD-0B3E5A96450B}"/>
                </a:ext>
              </a:extLst>
            </p:cNvPr>
            <p:cNvSpPr/>
            <p:nvPr/>
          </p:nvSpPr>
          <p:spPr>
            <a:xfrm>
              <a:off x="5641248" y="337012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</a:t>
              </a: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48010865-73A2-13DC-F0A3-D9EC2F59F92B}"/>
                </a:ext>
              </a:extLst>
            </p:cNvPr>
            <p:cNvSpPr/>
            <p:nvPr/>
          </p:nvSpPr>
          <p:spPr>
            <a:xfrm>
              <a:off x="6202324" y="350265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205179" y="4675713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5515442" y="4675713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6582152" y="574913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3105189" y="1920342"/>
            <a:ext cx="940904" cy="1007883"/>
            <a:chOff x="2130287" y="4636677"/>
            <a:chExt cx="940904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439423" y="3028999"/>
            <a:ext cx="1090087" cy="1059312"/>
            <a:chOff x="253932" y="5798688"/>
            <a:chExt cx="1090087" cy="1059312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7" y="5798688"/>
              <a:ext cx="529012" cy="52604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2840548" y="4634228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44A46A8A-F7F9-64AA-C1B6-C9FE158AF16E}"/>
              </a:ext>
            </a:extLst>
          </p:cNvPr>
          <p:cNvGrpSpPr/>
          <p:nvPr/>
        </p:nvGrpSpPr>
        <p:grpSpPr>
          <a:xfrm>
            <a:off x="1577009" y="3189324"/>
            <a:ext cx="940904" cy="964815"/>
            <a:chOff x="2130287" y="1870286"/>
            <a:chExt cx="940904" cy="964815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95B533E4-7DB6-1E68-FF10-F3C1ABE195AF}"/>
                </a:ext>
              </a:extLst>
            </p:cNvPr>
            <p:cNvSpPr/>
            <p:nvPr/>
          </p:nvSpPr>
          <p:spPr>
            <a:xfrm>
              <a:off x="2130287" y="2013467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32</a:t>
              </a:r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334ED92-3186-9A75-3558-80400D3CB5AA}"/>
                </a:ext>
              </a:extLst>
            </p:cNvPr>
            <p:cNvSpPr/>
            <p:nvPr/>
          </p:nvSpPr>
          <p:spPr>
            <a:xfrm>
              <a:off x="2144355" y="187028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</p:grpSp>
      <p:sp>
        <p:nvSpPr>
          <p:cNvPr id="39" name="Elipse 38">
            <a:extLst>
              <a:ext uri="{FF2B5EF4-FFF2-40B4-BE49-F238E27FC236}">
                <a16:creationId xmlns:a16="http://schemas.microsoft.com/office/drawing/2014/main" id="{3DCDBD2D-7F90-31D3-7A1F-12A3EE9773C7}"/>
              </a:ext>
            </a:extLst>
          </p:cNvPr>
          <p:cNvSpPr/>
          <p:nvPr/>
        </p:nvSpPr>
        <p:spPr>
          <a:xfrm>
            <a:off x="2120937" y="3185708"/>
            <a:ext cx="585802" cy="551077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-1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E92B9414-BE16-3C99-98D6-6C79799CB89D}"/>
              </a:ext>
            </a:extLst>
          </p:cNvPr>
          <p:cNvSpPr/>
          <p:nvPr/>
        </p:nvSpPr>
        <p:spPr>
          <a:xfrm>
            <a:off x="3680333" y="190648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84949111-2FB9-7A17-E29C-0CE03D23FA65}"/>
              </a:ext>
            </a:extLst>
          </p:cNvPr>
          <p:cNvCxnSpPr>
            <a:cxnSpLocks/>
            <a:stCxn id="48" idx="4"/>
            <a:endCxn id="22" idx="0"/>
          </p:cNvCxnSpPr>
          <p:nvPr/>
        </p:nvCxnSpPr>
        <p:spPr>
          <a:xfrm flipH="1">
            <a:off x="2045401" y="5640528"/>
            <a:ext cx="1265599" cy="363571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upo 62">
            <a:extLst>
              <a:ext uri="{FF2B5EF4-FFF2-40B4-BE49-F238E27FC236}">
                <a16:creationId xmlns:a16="http://schemas.microsoft.com/office/drawing/2014/main" id="{284C54AC-9982-6663-0215-197A246D5C2E}"/>
              </a:ext>
            </a:extLst>
          </p:cNvPr>
          <p:cNvGrpSpPr/>
          <p:nvPr/>
        </p:nvGrpSpPr>
        <p:grpSpPr>
          <a:xfrm>
            <a:off x="1574949" y="5819433"/>
            <a:ext cx="940904" cy="1006300"/>
            <a:chOff x="1574949" y="5819433"/>
            <a:chExt cx="940904" cy="1006300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45B4C521-27F7-2A62-1087-7231C2B5C17F}"/>
                </a:ext>
              </a:extLst>
            </p:cNvPr>
            <p:cNvSpPr/>
            <p:nvPr/>
          </p:nvSpPr>
          <p:spPr>
            <a:xfrm>
              <a:off x="1574949" y="6004099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38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18B40B47-C928-3611-2052-246C85E5B373}"/>
                </a:ext>
              </a:extLst>
            </p:cNvPr>
            <p:cNvSpPr/>
            <p:nvPr/>
          </p:nvSpPr>
          <p:spPr>
            <a:xfrm>
              <a:off x="1589017" y="5819433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928CDE38-B427-1391-8C55-05C6760480C2}"/>
                </a:ext>
              </a:extLst>
            </p:cNvPr>
            <p:cNvSpPr/>
            <p:nvPr/>
          </p:nvSpPr>
          <p:spPr>
            <a:xfrm>
              <a:off x="2150093" y="5819433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65" name="Elipse 64">
            <a:extLst>
              <a:ext uri="{FF2B5EF4-FFF2-40B4-BE49-F238E27FC236}">
                <a16:creationId xmlns:a16="http://schemas.microsoft.com/office/drawing/2014/main" id="{974607A8-1B92-9C24-E11A-17FC21FBD36B}"/>
              </a:ext>
            </a:extLst>
          </p:cNvPr>
          <p:cNvSpPr/>
          <p:nvPr/>
        </p:nvSpPr>
        <p:spPr>
          <a:xfrm>
            <a:off x="5946743" y="162344"/>
            <a:ext cx="883814" cy="7545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3" name="Arco 52">
            <a:extLst>
              <a:ext uri="{FF2B5EF4-FFF2-40B4-BE49-F238E27FC236}">
                <a16:creationId xmlns:a16="http://schemas.microsoft.com/office/drawing/2014/main" id="{3475B436-73DD-432C-11A5-AFB4D80240F7}"/>
              </a:ext>
            </a:extLst>
          </p:cNvPr>
          <p:cNvSpPr/>
          <p:nvPr/>
        </p:nvSpPr>
        <p:spPr>
          <a:xfrm rot="15338707">
            <a:off x="5040950" y="160035"/>
            <a:ext cx="2145726" cy="1990038"/>
          </a:xfrm>
          <a:prstGeom prst="arc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1253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30" idx="4"/>
            <a:endCxn id="31" idx="0"/>
          </p:cNvCxnSpPr>
          <p:nvPr/>
        </p:nvCxnSpPr>
        <p:spPr>
          <a:xfrm>
            <a:off x="3575641" y="2928225"/>
            <a:ext cx="1334234" cy="33845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4" idx="4"/>
            <a:endCxn id="48" idx="0"/>
          </p:cNvCxnSpPr>
          <p:nvPr/>
        </p:nvCxnSpPr>
        <p:spPr>
          <a:xfrm>
            <a:off x="2047461" y="4154139"/>
            <a:ext cx="1263539" cy="66475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4909875" y="4088311"/>
            <a:ext cx="1076019" cy="73058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stCxn id="61" idx="4"/>
            <a:endCxn id="30" idx="0"/>
          </p:cNvCxnSpPr>
          <p:nvPr/>
        </p:nvCxnSpPr>
        <p:spPr>
          <a:xfrm flipH="1">
            <a:off x="3575641" y="1258957"/>
            <a:ext cx="2520359" cy="84763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6096000" y="1258957"/>
            <a:ext cx="3024809" cy="7545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675631" y="4154139"/>
            <a:ext cx="1371830" cy="66475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30" idx="4"/>
            <a:endCxn id="4" idx="0"/>
          </p:cNvCxnSpPr>
          <p:nvPr/>
        </p:nvCxnSpPr>
        <p:spPr>
          <a:xfrm flipH="1">
            <a:off x="2047461" y="2928225"/>
            <a:ext cx="1528180" cy="40428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grpSp>
        <p:nvGrpSpPr>
          <p:cNvPr id="52" name="Grupo 51">
            <a:extLst>
              <a:ext uri="{FF2B5EF4-FFF2-40B4-BE49-F238E27FC236}">
                <a16:creationId xmlns:a16="http://schemas.microsoft.com/office/drawing/2014/main" id="{9CE42DDA-0D44-90EC-B070-AB7101A1661F}"/>
              </a:ext>
            </a:extLst>
          </p:cNvPr>
          <p:cNvGrpSpPr/>
          <p:nvPr/>
        </p:nvGrpSpPr>
        <p:grpSpPr>
          <a:xfrm>
            <a:off x="5625548" y="337012"/>
            <a:ext cx="942536" cy="921945"/>
            <a:chOff x="5625548" y="337012"/>
            <a:chExt cx="942536" cy="921945"/>
          </a:xfrm>
        </p:grpSpPr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7BCDFCDE-F6A9-6FFC-DB3B-098FE0FFB131}"/>
                </a:ext>
              </a:extLst>
            </p:cNvPr>
            <p:cNvSpPr/>
            <p:nvPr/>
          </p:nvSpPr>
          <p:spPr>
            <a:xfrm>
              <a:off x="5625548" y="437323"/>
              <a:ext cx="940904" cy="82163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52</a:t>
              </a: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EE647B6-9F10-7BCB-A0BD-0B3E5A96450B}"/>
                </a:ext>
              </a:extLst>
            </p:cNvPr>
            <p:cNvSpPr/>
            <p:nvPr/>
          </p:nvSpPr>
          <p:spPr>
            <a:xfrm>
              <a:off x="5641248" y="337012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</a:t>
              </a: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48010865-73A2-13DC-F0A3-D9EC2F59F92B}"/>
                </a:ext>
              </a:extLst>
            </p:cNvPr>
            <p:cNvSpPr/>
            <p:nvPr/>
          </p:nvSpPr>
          <p:spPr>
            <a:xfrm>
              <a:off x="6202324" y="350265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205179" y="4675713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5515442" y="4675713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6582152" y="574913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3105189" y="1920342"/>
            <a:ext cx="940904" cy="1007883"/>
            <a:chOff x="2130287" y="4636677"/>
            <a:chExt cx="940904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439423" y="3028999"/>
            <a:ext cx="1090087" cy="1059312"/>
            <a:chOff x="253932" y="5798688"/>
            <a:chExt cx="1090087" cy="1059312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7" y="5798688"/>
              <a:ext cx="529012" cy="52604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2840548" y="4634228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44A46A8A-F7F9-64AA-C1B6-C9FE158AF16E}"/>
              </a:ext>
            </a:extLst>
          </p:cNvPr>
          <p:cNvGrpSpPr/>
          <p:nvPr/>
        </p:nvGrpSpPr>
        <p:grpSpPr>
          <a:xfrm>
            <a:off x="1577009" y="3189324"/>
            <a:ext cx="940904" cy="964815"/>
            <a:chOff x="2130287" y="1870286"/>
            <a:chExt cx="940904" cy="964815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95B533E4-7DB6-1E68-FF10-F3C1ABE195AF}"/>
                </a:ext>
              </a:extLst>
            </p:cNvPr>
            <p:cNvSpPr/>
            <p:nvPr/>
          </p:nvSpPr>
          <p:spPr>
            <a:xfrm>
              <a:off x="2130287" y="2013467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32</a:t>
              </a:r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334ED92-3186-9A75-3558-80400D3CB5AA}"/>
                </a:ext>
              </a:extLst>
            </p:cNvPr>
            <p:cNvSpPr/>
            <p:nvPr/>
          </p:nvSpPr>
          <p:spPr>
            <a:xfrm>
              <a:off x="2144355" y="187028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</p:grpSp>
      <p:sp>
        <p:nvSpPr>
          <p:cNvPr id="39" name="Elipse 38">
            <a:extLst>
              <a:ext uri="{FF2B5EF4-FFF2-40B4-BE49-F238E27FC236}">
                <a16:creationId xmlns:a16="http://schemas.microsoft.com/office/drawing/2014/main" id="{3DCDBD2D-7F90-31D3-7A1F-12A3EE9773C7}"/>
              </a:ext>
            </a:extLst>
          </p:cNvPr>
          <p:cNvSpPr/>
          <p:nvPr/>
        </p:nvSpPr>
        <p:spPr>
          <a:xfrm>
            <a:off x="2120937" y="3185708"/>
            <a:ext cx="585802" cy="551077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-1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E92B9414-BE16-3C99-98D6-6C79799CB89D}"/>
              </a:ext>
            </a:extLst>
          </p:cNvPr>
          <p:cNvSpPr/>
          <p:nvPr/>
        </p:nvSpPr>
        <p:spPr>
          <a:xfrm>
            <a:off x="3680333" y="190648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84949111-2FB9-7A17-E29C-0CE03D23FA65}"/>
              </a:ext>
            </a:extLst>
          </p:cNvPr>
          <p:cNvCxnSpPr>
            <a:cxnSpLocks/>
            <a:stCxn id="48" idx="4"/>
            <a:endCxn id="22" idx="0"/>
          </p:cNvCxnSpPr>
          <p:nvPr/>
        </p:nvCxnSpPr>
        <p:spPr>
          <a:xfrm flipH="1">
            <a:off x="2045401" y="5640528"/>
            <a:ext cx="1265599" cy="363571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upo 62">
            <a:extLst>
              <a:ext uri="{FF2B5EF4-FFF2-40B4-BE49-F238E27FC236}">
                <a16:creationId xmlns:a16="http://schemas.microsoft.com/office/drawing/2014/main" id="{284C54AC-9982-6663-0215-197A246D5C2E}"/>
              </a:ext>
            </a:extLst>
          </p:cNvPr>
          <p:cNvGrpSpPr/>
          <p:nvPr/>
        </p:nvGrpSpPr>
        <p:grpSpPr>
          <a:xfrm>
            <a:off x="1574949" y="5819433"/>
            <a:ext cx="940904" cy="1006300"/>
            <a:chOff x="1574949" y="5819433"/>
            <a:chExt cx="940904" cy="1006300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45B4C521-27F7-2A62-1087-7231C2B5C17F}"/>
                </a:ext>
              </a:extLst>
            </p:cNvPr>
            <p:cNvSpPr/>
            <p:nvPr/>
          </p:nvSpPr>
          <p:spPr>
            <a:xfrm>
              <a:off x="1574949" y="6004099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38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18B40B47-C928-3611-2052-246C85E5B373}"/>
                </a:ext>
              </a:extLst>
            </p:cNvPr>
            <p:cNvSpPr/>
            <p:nvPr/>
          </p:nvSpPr>
          <p:spPr>
            <a:xfrm>
              <a:off x="1589017" y="5819433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928CDE38-B427-1391-8C55-05C6760480C2}"/>
                </a:ext>
              </a:extLst>
            </p:cNvPr>
            <p:cNvSpPr/>
            <p:nvPr/>
          </p:nvSpPr>
          <p:spPr>
            <a:xfrm>
              <a:off x="2150093" y="5819433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65" name="Elipse 64">
            <a:extLst>
              <a:ext uri="{FF2B5EF4-FFF2-40B4-BE49-F238E27FC236}">
                <a16:creationId xmlns:a16="http://schemas.microsoft.com/office/drawing/2014/main" id="{974607A8-1B92-9C24-E11A-17FC21FBD36B}"/>
              </a:ext>
            </a:extLst>
          </p:cNvPr>
          <p:cNvSpPr/>
          <p:nvPr/>
        </p:nvSpPr>
        <p:spPr>
          <a:xfrm>
            <a:off x="5946743" y="162344"/>
            <a:ext cx="883814" cy="7545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3" name="Arco 52">
            <a:extLst>
              <a:ext uri="{FF2B5EF4-FFF2-40B4-BE49-F238E27FC236}">
                <a16:creationId xmlns:a16="http://schemas.microsoft.com/office/drawing/2014/main" id="{3475B436-73DD-432C-11A5-AFB4D80240F7}"/>
              </a:ext>
            </a:extLst>
          </p:cNvPr>
          <p:cNvSpPr/>
          <p:nvPr/>
        </p:nvSpPr>
        <p:spPr>
          <a:xfrm rot="19997694">
            <a:off x="5040950" y="160035"/>
            <a:ext cx="2145726" cy="1990038"/>
          </a:xfrm>
          <a:prstGeom prst="arc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4656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30" idx="4"/>
            <a:endCxn id="31" idx="0"/>
          </p:cNvCxnSpPr>
          <p:nvPr/>
        </p:nvCxnSpPr>
        <p:spPr>
          <a:xfrm>
            <a:off x="3575641" y="2928225"/>
            <a:ext cx="1334234" cy="33845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4" idx="4"/>
            <a:endCxn id="48" idx="0"/>
          </p:cNvCxnSpPr>
          <p:nvPr/>
        </p:nvCxnSpPr>
        <p:spPr>
          <a:xfrm>
            <a:off x="2047461" y="4154139"/>
            <a:ext cx="1263539" cy="66475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4909875" y="4088311"/>
            <a:ext cx="1076019" cy="73058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stCxn id="61" idx="4"/>
            <a:endCxn id="30" idx="0"/>
          </p:cNvCxnSpPr>
          <p:nvPr/>
        </p:nvCxnSpPr>
        <p:spPr>
          <a:xfrm flipH="1" flipV="1">
            <a:off x="3575641" y="2106591"/>
            <a:ext cx="4330856" cy="43076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 flipV="1">
            <a:off x="7906497" y="2013467"/>
            <a:ext cx="1214312" cy="52389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675631" y="4154139"/>
            <a:ext cx="1371830" cy="66475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30" idx="4"/>
            <a:endCxn id="4" idx="0"/>
          </p:cNvCxnSpPr>
          <p:nvPr/>
        </p:nvCxnSpPr>
        <p:spPr>
          <a:xfrm flipH="1">
            <a:off x="2047461" y="2928225"/>
            <a:ext cx="1528180" cy="40428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205179" y="4675713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5515442" y="4675713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6582152" y="574913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3105189" y="1920342"/>
            <a:ext cx="940904" cy="1007883"/>
            <a:chOff x="2130287" y="4636677"/>
            <a:chExt cx="940904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439423" y="3028999"/>
            <a:ext cx="1090087" cy="1059312"/>
            <a:chOff x="253932" y="5798688"/>
            <a:chExt cx="1090087" cy="1059312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7" y="5798688"/>
              <a:ext cx="529012" cy="52604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2840548" y="4634228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44A46A8A-F7F9-64AA-C1B6-C9FE158AF16E}"/>
              </a:ext>
            </a:extLst>
          </p:cNvPr>
          <p:cNvGrpSpPr/>
          <p:nvPr/>
        </p:nvGrpSpPr>
        <p:grpSpPr>
          <a:xfrm>
            <a:off x="1577009" y="3189324"/>
            <a:ext cx="940904" cy="964815"/>
            <a:chOff x="2130287" y="1870286"/>
            <a:chExt cx="940904" cy="964815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95B533E4-7DB6-1E68-FF10-F3C1ABE195AF}"/>
                </a:ext>
              </a:extLst>
            </p:cNvPr>
            <p:cNvSpPr/>
            <p:nvPr/>
          </p:nvSpPr>
          <p:spPr>
            <a:xfrm>
              <a:off x="2130287" y="2013467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32</a:t>
              </a:r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334ED92-3186-9A75-3558-80400D3CB5AA}"/>
                </a:ext>
              </a:extLst>
            </p:cNvPr>
            <p:cNvSpPr/>
            <p:nvPr/>
          </p:nvSpPr>
          <p:spPr>
            <a:xfrm>
              <a:off x="2144355" y="187028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</p:grpSp>
      <p:sp>
        <p:nvSpPr>
          <p:cNvPr id="39" name="Elipse 38">
            <a:extLst>
              <a:ext uri="{FF2B5EF4-FFF2-40B4-BE49-F238E27FC236}">
                <a16:creationId xmlns:a16="http://schemas.microsoft.com/office/drawing/2014/main" id="{3DCDBD2D-7F90-31D3-7A1F-12A3EE9773C7}"/>
              </a:ext>
            </a:extLst>
          </p:cNvPr>
          <p:cNvSpPr/>
          <p:nvPr/>
        </p:nvSpPr>
        <p:spPr>
          <a:xfrm>
            <a:off x="2120937" y="3185708"/>
            <a:ext cx="585802" cy="551077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-1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E92B9414-BE16-3C99-98D6-6C79799CB89D}"/>
              </a:ext>
            </a:extLst>
          </p:cNvPr>
          <p:cNvSpPr/>
          <p:nvPr/>
        </p:nvSpPr>
        <p:spPr>
          <a:xfrm>
            <a:off x="3680333" y="190648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84949111-2FB9-7A17-E29C-0CE03D23FA65}"/>
              </a:ext>
            </a:extLst>
          </p:cNvPr>
          <p:cNvCxnSpPr>
            <a:cxnSpLocks/>
            <a:stCxn id="48" idx="4"/>
            <a:endCxn id="22" idx="0"/>
          </p:cNvCxnSpPr>
          <p:nvPr/>
        </p:nvCxnSpPr>
        <p:spPr>
          <a:xfrm flipH="1">
            <a:off x="2045401" y="5640528"/>
            <a:ext cx="1265599" cy="363571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upo 62">
            <a:extLst>
              <a:ext uri="{FF2B5EF4-FFF2-40B4-BE49-F238E27FC236}">
                <a16:creationId xmlns:a16="http://schemas.microsoft.com/office/drawing/2014/main" id="{284C54AC-9982-6663-0215-197A246D5C2E}"/>
              </a:ext>
            </a:extLst>
          </p:cNvPr>
          <p:cNvGrpSpPr/>
          <p:nvPr/>
        </p:nvGrpSpPr>
        <p:grpSpPr>
          <a:xfrm>
            <a:off x="1574949" y="5819433"/>
            <a:ext cx="940904" cy="1006300"/>
            <a:chOff x="1574949" y="5819433"/>
            <a:chExt cx="940904" cy="1006300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45B4C521-27F7-2A62-1087-7231C2B5C17F}"/>
                </a:ext>
              </a:extLst>
            </p:cNvPr>
            <p:cNvSpPr/>
            <p:nvPr/>
          </p:nvSpPr>
          <p:spPr>
            <a:xfrm>
              <a:off x="1574949" y="6004099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38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18B40B47-C928-3611-2052-246C85E5B373}"/>
                </a:ext>
              </a:extLst>
            </p:cNvPr>
            <p:cNvSpPr/>
            <p:nvPr/>
          </p:nvSpPr>
          <p:spPr>
            <a:xfrm>
              <a:off x="1589017" y="5819433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928CDE38-B427-1391-8C55-05C6760480C2}"/>
                </a:ext>
              </a:extLst>
            </p:cNvPr>
            <p:cNvSpPr/>
            <p:nvPr/>
          </p:nvSpPr>
          <p:spPr>
            <a:xfrm>
              <a:off x="2150093" y="5819433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D9C2091C-23E6-B955-1759-1D0CB66E596B}"/>
              </a:ext>
            </a:extLst>
          </p:cNvPr>
          <p:cNvGrpSpPr/>
          <p:nvPr/>
        </p:nvGrpSpPr>
        <p:grpSpPr>
          <a:xfrm>
            <a:off x="7436045" y="1440746"/>
            <a:ext cx="1205009" cy="1096613"/>
            <a:chOff x="5625548" y="162344"/>
            <a:chExt cx="1205009" cy="1096613"/>
          </a:xfrm>
        </p:grpSpPr>
        <p:grpSp>
          <p:nvGrpSpPr>
            <p:cNvPr id="52" name="Grupo 51">
              <a:extLst>
                <a:ext uri="{FF2B5EF4-FFF2-40B4-BE49-F238E27FC236}">
                  <a16:creationId xmlns:a16="http://schemas.microsoft.com/office/drawing/2014/main" id="{9CE42DDA-0D44-90EC-B070-AB7101A1661F}"/>
                </a:ext>
              </a:extLst>
            </p:cNvPr>
            <p:cNvGrpSpPr/>
            <p:nvPr/>
          </p:nvGrpSpPr>
          <p:grpSpPr>
            <a:xfrm>
              <a:off x="5625548" y="337012"/>
              <a:ext cx="942536" cy="921945"/>
              <a:chOff x="5625548" y="337012"/>
              <a:chExt cx="942536" cy="921945"/>
            </a:xfrm>
          </p:grpSpPr>
          <p:sp>
            <p:nvSpPr>
              <p:cNvPr id="61" name="Elipse 60">
                <a:extLst>
                  <a:ext uri="{FF2B5EF4-FFF2-40B4-BE49-F238E27FC236}">
                    <a16:creationId xmlns:a16="http://schemas.microsoft.com/office/drawing/2014/main" id="{7BCDFCDE-F6A9-6FFC-DB3B-098FE0FFB131}"/>
                  </a:ext>
                </a:extLst>
              </p:cNvPr>
              <p:cNvSpPr/>
              <p:nvPr/>
            </p:nvSpPr>
            <p:spPr>
              <a:xfrm>
                <a:off x="5625548" y="437323"/>
                <a:ext cx="940904" cy="82163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52</a:t>
                </a:r>
              </a:p>
            </p:txBody>
          </p:sp>
          <p:sp>
            <p:nvSpPr>
              <p:cNvPr id="19" name="Elipse 18">
                <a:extLst>
                  <a:ext uri="{FF2B5EF4-FFF2-40B4-BE49-F238E27FC236}">
                    <a16:creationId xmlns:a16="http://schemas.microsoft.com/office/drawing/2014/main" id="{3EE647B6-9F10-7BCB-A0BD-0B3E5A96450B}"/>
                  </a:ext>
                </a:extLst>
              </p:cNvPr>
              <p:cNvSpPr/>
              <p:nvPr/>
            </p:nvSpPr>
            <p:spPr>
              <a:xfrm>
                <a:off x="5641248" y="337012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5</a:t>
                </a:r>
              </a:p>
            </p:txBody>
          </p:sp>
          <p:sp>
            <p:nvSpPr>
              <p:cNvPr id="20" name="Elipse 19">
                <a:extLst>
                  <a:ext uri="{FF2B5EF4-FFF2-40B4-BE49-F238E27FC236}">
                    <a16:creationId xmlns:a16="http://schemas.microsoft.com/office/drawing/2014/main" id="{48010865-73A2-13DC-F0A3-D9EC2F59F92B}"/>
                  </a:ext>
                </a:extLst>
              </p:cNvPr>
              <p:cNvSpPr/>
              <p:nvPr/>
            </p:nvSpPr>
            <p:spPr>
              <a:xfrm>
                <a:off x="6202324" y="350265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2</a:t>
                </a:r>
              </a:p>
            </p:txBody>
          </p:sp>
        </p:grp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974607A8-1B92-9C24-E11A-17FC21FBD36B}"/>
                </a:ext>
              </a:extLst>
            </p:cNvPr>
            <p:cNvSpPr/>
            <p:nvPr/>
          </p:nvSpPr>
          <p:spPr>
            <a:xfrm>
              <a:off x="5946743" y="162344"/>
              <a:ext cx="883814" cy="754511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</p:spTree>
    <p:extLst>
      <p:ext uri="{BB962C8B-B14F-4D97-AF65-F5344CB8AC3E}">
        <p14:creationId xmlns:p14="http://schemas.microsoft.com/office/powerpoint/2010/main" val="3679275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endCxn id="31" idx="0"/>
          </p:cNvCxnSpPr>
          <p:nvPr/>
        </p:nvCxnSpPr>
        <p:spPr>
          <a:xfrm flipH="1">
            <a:off x="4909875" y="1628667"/>
            <a:ext cx="711891" cy="163801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4" idx="4"/>
            <a:endCxn id="48" idx="0"/>
          </p:cNvCxnSpPr>
          <p:nvPr/>
        </p:nvCxnSpPr>
        <p:spPr>
          <a:xfrm>
            <a:off x="2047461" y="4154139"/>
            <a:ext cx="1263539" cy="66475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4909875" y="4088311"/>
            <a:ext cx="1076019" cy="73058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stCxn id="61" idx="4"/>
            <a:endCxn id="30" idx="0"/>
          </p:cNvCxnSpPr>
          <p:nvPr/>
        </p:nvCxnSpPr>
        <p:spPr>
          <a:xfrm flipH="1" flipV="1">
            <a:off x="5712390" y="530989"/>
            <a:ext cx="2194107" cy="200637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 flipV="1">
            <a:off x="7906497" y="2013467"/>
            <a:ext cx="1214312" cy="52389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675631" y="4154139"/>
            <a:ext cx="1371830" cy="66475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30" idx="4"/>
            <a:endCxn id="4" idx="0"/>
          </p:cNvCxnSpPr>
          <p:nvPr/>
        </p:nvCxnSpPr>
        <p:spPr>
          <a:xfrm flipH="1">
            <a:off x="2047461" y="1352623"/>
            <a:ext cx="3664929" cy="19798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205179" y="4675713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5515442" y="4675713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6582152" y="574913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439423" y="3028999"/>
            <a:ext cx="1090087" cy="1059312"/>
            <a:chOff x="253932" y="5798688"/>
            <a:chExt cx="1090087" cy="1059312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7" y="5798688"/>
              <a:ext cx="529012" cy="52604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2840548" y="4634228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44A46A8A-F7F9-64AA-C1B6-C9FE158AF16E}"/>
              </a:ext>
            </a:extLst>
          </p:cNvPr>
          <p:cNvGrpSpPr/>
          <p:nvPr/>
        </p:nvGrpSpPr>
        <p:grpSpPr>
          <a:xfrm>
            <a:off x="1577009" y="3189324"/>
            <a:ext cx="940904" cy="964815"/>
            <a:chOff x="2130287" y="1870286"/>
            <a:chExt cx="940904" cy="964815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95B533E4-7DB6-1E68-FF10-F3C1ABE195AF}"/>
                </a:ext>
              </a:extLst>
            </p:cNvPr>
            <p:cNvSpPr/>
            <p:nvPr/>
          </p:nvSpPr>
          <p:spPr>
            <a:xfrm>
              <a:off x="2130287" y="2013467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32</a:t>
              </a:r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334ED92-3186-9A75-3558-80400D3CB5AA}"/>
                </a:ext>
              </a:extLst>
            </p:cNvPr>
            <p:cNvSpPr/>
            <p:nvPr/>
          </p:nvSpPr>
          <p:spPr>
            <a:xfrm>
              <a:off x="2144355" y="187028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</p:grpSp>
      <p:sp>
        <p:nvSpPr>
          <p:cNvPr id="39" name="Elipse 38">
            <a:extLst>
              <a:ext uri="{FF2B5EF4-FFF2-40B4-BE49-F238E27FC236}">
                <a16:creationId xmlns:a16="http://schemas.microsoft.com/office/drawing/2014/main" id="{3DCDBD2D-7F90-31D3-7A1F-12A3EE9773C7}"/>
              </a:ext>
            </a:extLst>
          </p:cNvPr>
          <p:cNvSpPr/>
          <p:nvPr/>
        </p:nvSpPr>
        <p:spPr>
          <a:xfrm>
            <a:off x="2120937" y="3185708"/>
            <a:ext cx="585802" cy="551077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-1</a:t>
            </a: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5241938" y="344740"/>
            <a:ext cx="940904" cy="1007883"/>
            <a:chOff x="2130287" y="4636677"/>
            <a:chExt cx="940904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</a:t>
              </a:r>
            </a:p>
          </p:txBody>
        </p:sp>
      </p:grpSp>
      <p:sp>
        <p:nvSpPr>
          <p:cNvPr id="56" name="Elipse 55">
            <a:extLst>
              <a:ext uri="{FF2B5EF4-FFF2-40B4-BE49-F238E27FC236}">
                <a16:creationId xmlns:a16="http://schemas.microsoft.com/office/drawing/2014/main" id="{E92B9414-BE16-3C99-98D6-6C79799CB89D}"/>
              </a:ext>
            </a:extLst>
          </p:cNvPr>
          <p:cNvSpPr/>
          <p:nvPr/>
        </p:nvSpPr>
        <p:spPr>
          <a:xfrm>
            <a:off x="5803014" y="35626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84949111-2FB9-7A17-E29C-0CE03D23FA65}"/>
              </a:ext>
            </a:extLst>
          </p:cNvPr>
          <p:cNvCxnSpPr>
            <a:cxnSpLocks/>
            <a:stCxn id="48" idx="4"/>
            <a:endCxn id="22" idx="0"/>
          </p:cNvCxnSpPr>
          <p:nvPr/>
        </p:nvCxnSpPr>
        <p:spPr>
          <a:xfrm flipH="1">
            <a:off x="2045401" y="5640528"/>
            <a:ext cx="1265599" cy="363571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upo 62">
            <a:extLst>
              <a:ext uri="{FF2B5EF4-FFF2-40B4-BE49-F238E27FC236}">
                <a16:creationId xmlns:a16="http://schemas.microsoft.com/office/drawing/2014/main" id="{284C54AC-9982-6663-0215-197A246D5C2E}"/>
              </a:ext>
            </a:extLst>
          </p:cNvPr>
          <p:cNvGrpSpPr/>
          <p:nvPr/>
        </p:nvGrpSpPr>
        <p:grpSpPr>
          <a:xfrm>
            <a:off x="1574949" y="5819433"/>
            <a:ext cx="940904" cy="1006300"/>
            <a:chOff x="1574949" y="5819433"/>
            <a:chExt cx="940904" cy="1006300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45B4C521-27F7-2A62-1087-7231C2B5C17F}"/>
                </a:ext>
              </a:extLst>
            </p:cNvPr>
            <p:cNvSpPr/>
            <p:nvPr/>
          </p:nvSpPr>
          <p:spPr>
            <a:xfrm>
              <a:off x="1574949" y="6004099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38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18B40B47-C928-3611-2052-246C85E5B373}"/>
                </a:ext>
              </a:extLst>
            </p:cNvPr>
            <p:cNvSpPr/>
            <p:nvPr/>
          </p:nvSpPr>
          <p:spPr>
            <a:xfrm>
              <a:off x="1589017" y="5819433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928CDE38-B427-1391-8C55-05C6760480C2}"/>
                </a:ext>
              </a:extLst>
            </p:cNvPr>
            <p:cNvSpPr/>
            <p:nvPr/>
          </p:nvSpPr>
          <p:spPr>
            <a:xfrm>
              <a:off x="2150093" y="5819433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D9C2091C-23E6-B955-1759-1D0CB66E596B}"/>
              </a:ext>
            </a:extLst>
          </p:cNvPr>
          <p:cNvGrpSpPr/>
          <p:nvPr/>
        </p:nvGrpSpPr>
        <p:grpSpPr>
          <a:xfrm>
            <a:off x="7436045" y="1440746"/>
            <a:ext cx="1205009" cy="1096613"/>
            <a:chOff x="5625548" y="162344"/>
            <a:chExt cx="1205009" cy="1096613"/>
          </a:xfrm>
        </p:grpSpPr>
        <p:grpSp>
          <p:nvGrpSpPr>
            <p:cNvPr id="52" name="Grupo 51">
              <a:extLst>
                <a:ext uri="{FF2B5EF4-FFF2-40B4-BE49-F238E27FC236}">
                  <a16:creationId xmlns:a16="http://schemas.microsoft.com/office/drawing/2014/main" id="{9CE42DDA-0D44-90EC-B070-AB7101A1661F}"/>
                </a:ext>
              </a:extLst>
            </p:cNvPr>
            <p:cNvGrpSpPr/>
            <p:nvPr/>
          </p:nvGrpSpPr>
          <p:grpSpPr>
            <a:xfrm>
              <a:off x="5625548" y="337012"/>
              <a:ext cx="942536" cy="921945"/>
              <a:chOff x="5625548" y="337012"/>
              <a:chExt cx="942536" cy="921945"/>
            </a:xfrm>
          </p:grpSpPr>
          <p:sp>
            <p:nvSpPr>
              <p:cNvPr id="61" name="Elipse 60">
                <a:extLst>
                  <a:ext uri="{FF2B5EF4-FFF2-40B4-BE49-F238E27FC236}">
                    <a16:creationId xmlns:a16="http://schemas.microsoft.com/office/drawing/2014/main" id="{7BCDFCDE-F6A9-6FFC-DB3B-098FE0FFB131}"/>
                  </a:ext>
                </a:extLst>
              </p:cNvPr>
              <p:cNvSpPr/>
              <p:nvPr/>
            </p:nvSpPr>
            <p:spPr>
              <a:xfrm>
                <a:off x="5625548" y="437323"/>
                <a:ext cx="940904" cy="82163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52</a:t>
                </a:r>
              </a:p>
            </p:txBody>
          </p:sp>
          <p:sp>
            <p:nvSpPr>
              <p:cNvPr id="19" name="Elipse 18">
                <a:extLst>
                  <a:ext uri="{FF2B5EF4-FFF2-40B4-BE49-F238E27FC236}">
                    <a16:creationId xmlns:a16="http://schemas.microsoft.com/office/drawing/2014/main" id="{3EE647B6-9F10-7BCB-A0BD-0B3E5A96450B}"/>
                  </a:ext>
                </a:extLst>
              </p:cNvPr>
              <p:cNvSpPr/>
              <p:nvPr/>
            </p:nvSpPr>
            <p:spPr>
              <a:xfrm>
                <a:off x="5641248" y="337012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5</a:t>
                </a:r>
              </a:p>
            </p:txBody>
          </p:sp>
          <p:sp>
            <p:nvSpPr>
              <p:cNvPr id="20" name="Elipse 19">
                <a:extLst>
                  <a:ext uri="{FF2B5EF4-FFF2-40B4-BE49-F238E27FC236}">
                    <a16:creationId xmlns:a16="http://schemas.microsoft.com/office/drawing/2014/main" id="{48010865-73A2-13DC-F0A3-D9EC2F59F92B}"/>
                  </a:ext>
                </a:extLst>
              </p:cNvPr>
              <p:cNvSpPr/>
              <p:nvPr/>
            </p:nvSpPr>
            <p:spPr>
              <a:xfrm>
                <a:off x="6202324" y="350265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2</a:t>
                </a:r>
              </a:p>
            </p:txBody>
          </p:sp>
        </p:grp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974607A8-1B92-9C24-E11A-17FC21FBD36B}"/>
                </a:ext>
              </a:extLst>
            </p:cNvPr>
            <p:cNvSpPr/>
            <p:nvPr/>
          </p:nvSpPr>
          <p:spPr>
            <a:xfrm>
              <a:off x="5946743" y="162344"/>
              <a:ext cx="883814" cy="754511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</p:spTree>
    <p:extLst>
      <p:ext uri="{BB962C8B-B14F-4D97-AF65-F5344CB8AC3E}">
        <p14:creationId xmlns:p14="http://schemas.microsoft.com/office/powerpoint/2010/main" val="3105452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61" idx="4"/>
            <a:endCxn id="31" idx="0"/>
          </p:cNvCxnSpPr>
          <p:nvPr/>
        </p:nvCxnSpPr>
        <p:spPr>
          <a:xfrm flipH="1">
            <a:off x="4909875" y="2537359"/>
            <a:ext cx="2996622" cy="72931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4" idx="4"/>
            <a:endCxn id="48" idx="0"/>
          </p:cNvCxnSpPr>
          <p:nvPr/>
        </p:nvCxnSpPr>
        <p:spPr>
          <a:xfrm>
            <a:off x="2047461" y="4154139"/>
            <a:ext cx="1263539" cy="66475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4909875" y="4088311"/>
            <a:ext cx="1076019" cy="73058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stCxn id="61" idx="4"/>
          </p:cNvCxnSpPr>
          <p:nvPr/>
        </p:nvCxnSpPr>
        <p:spPr>
          <a:xfrm flipH="1" flipV="1">
            <a:off x="6182842" y="1440746"/>
            <a:ext cx="1723655" cy="109661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 flipV="1">
            <a:off x="7906497" y="2013467"/>
            <a:ext cx="1214312" cy="52389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675631" y="4154139"/>
            <a:ext cx="1371830" cy="66475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30" idx="4"/>
            <a:endCxn id="4" idx="0"/>
          </p:cNvCxnSpPr>
          <p:nvPr/>
        </p:nvCxnSpPr>
        <p:spPr>
          <a:xfrm flipH="1">
            <a:off x="2047461" y="1352623"/>
            <a:ext cx="3664929" cy="19798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205179" y="4675713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5515442" y="4675713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6582152" y="574913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439423" y="3028999"/>
            <a:ext cx="1090087" cy="1059312"/>
            <a:chOff x="253932" y="5798688"/>
            <a:chExt cx="1090087" cy="1059312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7" y="5798688"/>
              <a:ext cx="529012" cy="52604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2840548" y="4634228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44A46A8A-F7F9-64AA-C1B6-C9FE158AF16E}"/>
              </a:ext>
            </a:extLst>
          </p:cNvPr>
          <p:cNvGrpSpPr/>
          <p:nvPr/>
        </p:nvGrpSpPr>
        <p:grpSpPr>
          <a:xfrm>
            <a:off x="1577009" y="3189324"/>
            <a:ext cx="940904" cy="964815"/>
            <a:chOff x="2130287" y="1870286"/>
            <a:chExt cx="940904" cy="964815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95B533E4-7DB6-1E68-FF10-F3C1ABE195AF}"/>
                </a:ext>
              </a:extLst>
            </p:cNvPr>
            <p:cNvSpPr/>
            <p:nvPr/>
          </p:nvSpPr>
          <p:spPr>
            <a:xfrm>
              <a:off x="2130287" y="2013467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32</a:t>
              </a:r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334ED92-3186-9A75-3558-80400D3CB5AA}"/>
                </a:ext>
              </a:extLst>
            </p:cNvPr>
            <p:cNvSpPr/>
            <p:nvPr/>
          </p:nvSpPr>
          <p:spPr>
            <a:xfrm>
              <a:off x="2144355" y="187028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</p:grpSp>
      <p:sp>
        <p:nvSpPr>
          <p:cNvPr id="39" name="Elipse 38">
            <a:extLst>
              <a:ext uri="{FF2B5EF4-FFF2-40B4-BE49-F238E27FC236}">
                <a16:creationId xmlns:a16="http://schemas.microsoft.com/office/drawing/2014/main" id="{3DCDBD2D-7F90-31D3-7A1F-12A3EE9773C7}"/>
              </a:ext>
            </a:extLst>
          </p:cNvPr>
          <p:cNvSpPr/>
          <p:nvPr/>
        </p:nvSpPr>
        <p:spPr>
          <a:xfrm>
            <a:off x="2120937" y="3185708"/>
            <a:ext cx="585802" cy="551077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-1</a:t>
            </a: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5241938" y="344740"/>
            <a:ext cx="940904" cy="1007883"/>
            <a:chOff x="2130287" y="4636677"/>
            <a:chExt cx="940904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</a:t>
              </a:r>
            </a:p>
          </p:txBody>
        </p:sp>
      </p:grpSp>
      <p:sp>
        <p:nvSpPr>
          <p:cNvPr id="56" name="Elipse 55">
            <a:extLst>
              <a:ext uri="{FF2B5EF4-FFF2-40B4-BE49-F238E27FC236}">
                <a16:creationId xmlns:a16="http://schemas.microsoft.com/office/drawing/2014/main" id="{E92B9414-BE16-3C99-98D6-6C79799CB89D}"/>
              </a:ext>
            </a:extLst>
          </p:cNvPr>
          <p:cNvSpPr/>
          <p:nvPr/>
        </p:nvSpPr>
        <p:spPr>
          <a:xfrm>
            <a:off x="5817082" y="338442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84949111-2FB9-7A17-E29C-0CE03D23FA65}"/>
              </a:ext>
            </a:extLst>
          </p:cNvPr>
          <p:cNvCxnSpPr>
            <a:cxnSpLocks/>
            <a:stCxn id="48" idx="4"/>
            <a:endCxn id="22" idx="0"/>
          </p:cNvCxnSpPr>
          <p:nvPr/>
        </p:nvCxnSpPr>
        <p:spPr>
          <a:xfrm flipH="1">
            <a:off x="2045401" y="5640528"/>
            <a:ext cx="1265599" cy="363571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upo 62">
            <a:extLst>
              <a:ext uri="{FF2B5EF4-FFF2-40B4-BE49-F238E27FC236}">
                <a16:creationId xmlns:a16="http://schemas.microsoft.com/office/drawing/2014/main" id="{284C54AC-9982-6663-0215-197A246D5C2E}"/>
              </a:ext>
            </a:extLst>
          </p:cNvPr>
          <p:cNvGrpSpPr/>
          <p:nvPr/>
        </p:nvGrpSpPr>
        <p:grpSpPr>
          <a:xfrm>
            <a:off x="1574949" y="5819433"/>
            <a:ext cx="940904" cy="1006300"/>
            <a:chOff x="1574949" y="5819433"/>
            <a:chExt cx="940904" cy="1006300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45B4C521-27F7-2A62-1087-7231C2B5C17F}"/>
                </a:ext>
              </a:extLst>
            </p:cNvPr>
            <p:cNvSpPr/>
            <p:nvPr/>
          </p:nvSpPr>
          <p:spPr>
            <a:xfrm>
              <a:off x="1574949" y="6004099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38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18B40B47-C928-3611-2052-246C85E5B373}"/>
                </a:ext>
              </a:extLst>
            </p:cNvPr>
            <p:cNvSpPr/>
            <p:nvPr/>
          </p:nvSpPr>
          <p:spPr>
            <a:xfrm>
              <a:off x="1589017" y="5819433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928CDE38-B427-1391-8C55-05C6760480C2}"/>
                </a:ext>
              </a:extLst>
            </p:cNvPr>
            <p:cNvSpPr/>
            <p:nvPr/>
          </p:nvSpPr>
          <p:spPr>
            <a:xfrm>
              <a:off x="2150093" y="5819433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D9C2091C-23E6-B955-1759-1D0CB66E596B}"/>
              </a:ext>
            </a:extLst>
          </p:cNvPr>
          <p:cNvGrpSpPr/>
          <p:nvPr/>
        </p:nvGrpSpPr>
        <p:grpSpPr>
          <a:xfrm>
            <a:off x="7436045" y="1440746"/>
            <a:ext cx="1205009" cy="1096613"/>
            <a:chOff x="5625548" y="162344"/>
            <a:chExt cx="1205009" cy="1096613"/>
          </a:xfrm>
        </p:grpSpPr>
        <p:grpSp>
          <p:nvGrpSpPr>
            <p:cNvPr id="52" name="Grupo 51">
              <a:extLst>
                <a:ext uri="{FF2B5EF4-FFF2-40B4-BE49-F238E27FC236}">
                  <a16:creationId xmlns:a16="http://schemas.microsoft.com/office/drawing/2014/main" id="{9CE42DDA-0D44-90EC-B070-AB7101A1661F}"/>
                </a:ext>
              </a:extLst>
            </p:cNvPr>
            <p:cNvGrpSpPr/>
            <p:nvPr/>
          </p:nvGrpSpPr>
          <p:grpSpPr>
            <a:xfrm>
              <a:off x="5625548" y="337012"/>
              <a:ext cx="942536" cy="921945"/>
              <a:chOff x="5625548" y="337012"/>
              <a:chExt cx="942536" cy="921945"/>
            </a:xfrm>
          </p:grpSpPr>
          <p:sp>
            <p:nvSpPr>
              <p:cNvPr id="61" name="Elipse 60">
                <a:extLst>
                  <a:ext uri="{FF2B5EF4-FFF2-40B4-BE49-F238E27FC236}">
                    <a16:creationId xmlns:a16="http://schemas.microsoft.com/office/drawing/2014/main" id="{7BCDFCDE-F6A9-6FFC-DB3B-098FE0FFB131}"/>
                  </a:ext>
                </a:extLst>
              </p:cNvPr>
              <p:cNvSpPr/>
              <p:nvPr/>
            </p:nvSpPr>
            <p:spPr>
              <a:xfrm>
                <a:off x="5625548" y="437323"/>
                <a:ext cx="940904" cy="82163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52</a:t>
                </a:r>
              </a:p>
            </p:txBody>
          </p:sp>
          <p:sp>
            <p:nvSpPr>
              <p:cNvPr id="19" name="Elipse 18">
                <a:extLst>
                  <a:ext uri="{FF2B5EF4-FFF2-40B4-BE49-F238E27FC236}">
                    <a16:creationId xmlns:a16="http://schemas.microsoft.com/office/drawing/2014/main" id="{3EE647B6-9F10-7BCB-A0BD-0B3E5A96450B}"/>
                  </a:ext>
                </a:extLst>
              </p:cNvPr>
              <p:cNvSpPr/>
              <p:nvPr/>
            </p:nvSpPr>
            <p:spPr>
              <a:xfrm>
                <a:off x="5641248" y="337012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5</a:t>
                </a:r>
              </a:p>
            </p:txBody>
          </p:sp>
          <p:sp>
            <p:nvSpPr>
              <p:cNvPr id="20" name="Elipse 19">
                <a:extLst>
                  <a:ext uri="{FF2B5EF4-FFF2-40B4-BE49-F238E27FC236}">
                    <a16:creationId xmlns:a16="http://schemas.microsoft.com/office/drawing/2014/main" id="{48010865-73A2-13DC-F0A3-D9EC2F59F92B}"/>
                  </a:ext>
                </a:extLst>
              </p:cNvPr>
              <p:cNvSpPr/>
              <p:nvPr/>
            </p:nvSpPr>
            <p:spPr>
              <a:xfrm>
                <a:off x="6202324" y="350265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2</a:t>
                </a:r>
              </a:p>
            </p:txBody>
          </p:sp>
        </p:grp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974607A8-1B92-9C24-E11A-17FC21FBD36B}"/>
                </a:ext>
              </a:extLst>
            </p:cNvPr>
            <p:cNvSpPr/>
            <p:nvPr/>
          </p:nvSpPr>
          <p:spPr>
            <a:xfrm>
              <a:off x="5946743" y="162344"/>
              <a:ext cx="883814" cy="754511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</p:spTree>
    <p:extLst>
      <p:ext uri="{BB962C8B-B14F-4D97-AF65-F5344CB8AC3E}">
        <p14:creationId xmlns:p14="http://schemas.microsoft.com/office/powerpoint/2010/main" val="1732273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61" idx="4"/>
            <a:endCxn id="31" idx="0"/>
          </p:cNvCxnSpPr>
          <p:nvPr/>
        </p:nvCxnSpPr>
        <p:spPr>
          <a:xfrm flipH="1">
            <a:off x="5668342" y="2537359"/>
            <a:ext cx="2238155" cy="596146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4" idx="4"/>
            <a:endCxn id="48" idx="0"/>
          </p:cNvCxnSpPr>
          <p:nvPr/>
        </p:nvCxnSpPr>
        <p:spPr>
          <a:xfrm>
            <a:off x="3016787" y="2537359"/>
            <a:ext cx="294213" cy="228153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5668342" y="3955139"/>
            <a:ext cx="317552" cy="86375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</p:cNvCxnSpPr>
          <p:nvPr/>
        </p:nvCxnSpPr>
        <p:spPr>
          <a:xfrm flipH="1">
            <a:off x="5758965" y="1941876"/>
            <a:ext cx="1412605" cy="71591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 flipV="1">
            <a:off x="7906497" y="2013467"/>
            <a:ext cx="1214312" cy="52389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675631" y="2537359"/>
            <a:ext cx="2341156" cy="228153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30" idx="4"/>
            <a:endCxn id="4" idx="0"/>
          </p:cNvCxnSpPr>
          <p:nvPr/>
        </p:nvCxnSpPr>
        <p:spPr>
          <a:xfrm flipH="1">
            <a:off x="3016787" y="1352623"/>
            <a:ext cx="2695603" cy="36310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205179" y="4675713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5515442" y="4675713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6582152" y="574913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5197890" y="2895827"/>
            <a:ext cx="1090087" cy="1059312"/>
            <a:chOff x="253932" y="5798688"/>
            <a:chExt cx="1090087" cy="1059312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7" y="5798688"/>
              <a:ext cx="529012" cy="52604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2840548" y="4634228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65573AA1-E972-7DA8-6AE6-F26EC6B7676F}"/>
              </a:ext>
            </a:extLst>
          </p:cNvPr>
          <p:cNvGrpSpPr/>
          <p:nvPr/>
        </p:nvGrpSpPr>
        <p:grpSpPr>
          <a:xfrm>
            <a:off x="2546335" y="1568928"/>
            <a:ext cx="1129730" cy="968431"/>
            <a:chOff x="1577009" y="3185708"/>
            <a:chExt cx="1129730" cy="968431"/>
          </a:xfrm>
        </p:grpSpPr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44A46A8A-F7F9-64AA-C1B6-C9FE158AF16E}"/>
                </a:ext>
              </a:extLst>
            </p:cNvPr>
            <p:cNvGrpSpPr/>
            <p:nvPr/>
          </p:nvGrpSpPr>
          <p:grpSpPr>
            <a:xfrm>
              <a:off x="1577009" y="3189324"/>
              <a:ext cx="940904" cy="964815"/>
              <a:chOff x="2130287" y="1870286"/>
              <a:chExt cx="940904" cy="964815"/>
            </a:xfrm>
          </p:grpSpPr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95B533E4-7DB6-1E68-FF10-F3C1ABE195AF}"/>
                  </a:ext>
                </a:extLst>
              </p:cNvPr>
              <p:cNvSpPr/>
              <p:nvPr/>
            </p:nvSpPr>
            <p:spPr>
              <a:xfrm>
                <a:off x="2130287" y="2013467"/>
                <a:ext cx="940904" cy="821634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32</a:t>
                </a:r>
              </a:p>
            </p:txBody>
          </p:sp>
          <p:sp>
            <p:nvSpPr>
              <p:cNvPr id="21" name="Elipse 20">
                <a:extLst>
                  <a:ext uri="{FF2B5EF4-FFF2-40B4-BE49-F238E27FC236}">
                    <a16:creationId xmlns:a16="http://schemas.microsoft.com/office/drawing/2014/main" id="{D334ED92-3186-9A75-3558-80400D3CB5AA}"/>
                  </a:ext>
                </a:extLst>
              </p:cNvPr>
              <p:cNvSpPr/>
              <p:nvPr/>
            </p:nvSpPr>
            <p:spPr>
              <a:xfrm>
                <a:off x="2144355" y="1870286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</a:t>
                </a:r>
              </a:p>
            </p:txBody>
          </p:sp>
        </p:grp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3DCDBD2D-7F90-31D3-7A1F-12A3EE9773C7}"/>
                </a:ext>
              </a:extLst>
            </p:cNvPr>
            <p:cNvSpPr/>
            <p:nvPr/>
          </p:nvSpPr>
          <p:spPr>
            <a:xfrm>
              <a:off x="2120937" y="3185708"/>
              <a:ext cx="585802" cy="551077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04A46E6-0B75-6BD4-A389-DE8A7771D05F}"/>
              </a:ext>
            </a:extLst>
          </p:cNvPr>
          <p:cNvGrpSpPr/>
          <p:nvPr/>
        </p:nvGrpSpPr>
        <p:grpSpPr>
          <a:xfrm>
            <a:off x="5241938" y="344740"/>
            <a:ext cx="940904" cy="1007883"/>
            <a:chOff x="2130287" y="4636677"/>
            <a:chExt cx="940904" cy="1007883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FBC23A9-A3EA-DD5E-3D18-DEB457A6A38E}"/>
                </a:ext>
              </a:extLst>
            </p:cNvPr>
            <p:cNvSpPr/>
            <p:nvPr/>
          </p:nvSpPr>
          <p:spPr>
            <a:xfrm>
              <a:off x="2130287" y="482292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38492621-2A10-479B-81A5-382B1EFBA237}"/>
                </a:ext>
              </a:extLst>
            </p:cNvPr>
            <p:cNvSpPr/>
            <p:nvPr/>
          </p:nvSpPr>
          <p:spPr>
            <a:xfrm>
              <a:off x="2144355" y="463667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</a:t>
              </a:r>
            </a:p>
          </p:txBody>
        </p:sp>
      </p:grpSp>
      <p:sp>
        <p:nvSpPr>
          <p:cNvPr id="56" name="Elipse 55">
            <a:extLst>
              <a:ext uri="{FF2B5EF4-FFF2-40B4-BE49-F238E27FC236}">
                <a16:creationId xmlns:a16="http://schemas.microsoft.com/office/drawing/2014/main" id="{E92B9414-BE16-3C99-98D6-6C79799CB89D}"/>
              </a:ext>
            </a:extLst>
          </p:cNvPr>
          <p:cNvSpPr/>
          <p:nvPr/>
        </p:nvSpPr>
        <p:spPr>
          <a:xfrm>
            <a:off x="5817082" y="344740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84949111-2FB9-7A17-E29C-0CE03D23FA65}"/>
              </a:ext>
            </a:extLst>
          </p:cNvPr>
          <p:cNvCxnSpPr>
            <a:cxnSpLocks/>
            <a:stCxn id="48" idx="4"/>
            <a:endCxn id="22" idx="0"/>
          </p:cNvCxnSpPr>
          <p:nvPr/>
        </p:nvCxnSpPr>
        <p:spPr>
          <a:xfrm flipH="1">
            <a:off x="2045401" y="5640528"/>
            <a:ext cx="1265599" cy="363571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upo 62">
            <a:extLst>
              <a:ext uri="{FF2B5EF4-FFF2-40B4-BE49-F238E27FC236}">
                <a16:creationId xmlns:a16="http://schemas.microsoft.com/office/drawing/2014/main" id="{284C54AC-9982-6663-0215-197A246D5C2E}"/>
              </a:ext>
            </a:extLst>
          </p:cNvPr>
          <p:cNvGrpSpPr/>
          <p:nvPr/>
        </p:nvGrpSpPr>
        <p:grpSpPr>
          <a:xfrm>
            <a:off x="1574949" y="5819433"/>
            <a:ext cx="940904" cy="1006300"/>
            <a:chOff x="1574949" y="5819433"/>
            <a:chExt cx="940904" cy="1006300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45B4C521-27F7-2A62-1087-7231C2B5C17F}"/>
                </a:ext>
              </a:extLst>
            </p:cNvPr>
            <p:cNvSpPr/>
            <p:nvPr/>
          </p:nvSpPr>
          <p:spPr>
            <a:xfrm>
              <a:off x="1574949" y="6004099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38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18B40B47-C928-3611-2052-246C85E5B373}"/>
                </a:ext>
              </a:extLst>
            </p:cNvPr>
            <p:cNvSpPr/>
            <p:nvPr/>
          </p:nvSpPr>
          <p:spPr>
            <a:xfrm>
              <a:off x="1589017" y="5819433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928CDE38-B427-1391-8C55-05C6760480C2}"/>
                </a:ext>
              </a:extLst>
            </p:cNvPr>
            <p:cNvSpPr/>
            <p:nvPr/>
          </p:nvSpPr>
          <p:spPr>
            <a:xfrm>
              <a:off x="2150093" y="5819433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D9C2091C-23E6-B955-1759-1D0CB66E596B}"/>
              </a:ext>
            </a:extLst>
          </p:cNvPr>
          <p:cNvGrpSpPr/>
          <p:nvPr/>
        </p:nvGrpSpPr>
        <p:grpSpPr>
          <a:xfrm>
            <a:off x="7436045" y="1440746"/>
            <a:ext cx="1205009" cy="1096613"/>
            <a:chOff x="5625548" y="162344"/>
            <a:chExt cx="1205009" cy="1096613"/>
          </a:xfrm>
        </p:grpSpPr>
        <p:grpSp>
          <p:nvGrpSpPr>
            <p:cNvPr id="52" name="Grupo 51">
              <a:extLst>
                <a:ext uri="{FF2B5EF4-FFF2-40B4-BE49-F238E27FC236}">
                  <a16:creationId xmlns:a16="http://schemas.microsoft.com/office/drawing/2014/main" id="{9CE42DDA-0D44-90EC-B070-AB7101A1661F}"/>
                </a:ext>
              </a:extLst>
            </p:cNvPr>
            <p:cNvGrpSpPr/>
            <p:nvPr/>
          </p:nvGrpSpPr>
          <p:grpSpPr>
            <a:xfrm>
              <a:off x="5625548" y="337012"/>
              <a:ext cx="942536" cy="921945"/>
              <a:chOff x="5625548" y="337012"/>
              <a:chExt cx="942536" cy="921945"/>
            </a:xfrm>
          </p:grpSpPr>
          <p:sp>
            <p:nvSpPr>
              <p:cNvPr id="61" name="Elipse 60">
                <a:extLst>
                  <a:ext uri="{FF2B5EF4-FFF2-40B4-BE49-F238E27FC236}">
                    <a16:creationId xmlns:a16="http://schemas.microsoft.com/office/drawing/2014/main" id="{7BCDFCDE-F6A9-6FFC-DB3B-098FE0FFB131}"/>
                  </a:ext>
                </a:extLst>
              </p:cNvPr>
              <p:cNvSpPr/>
              <p:nvPr/>
            </p:nvSpPr>
            <p:spPr>
              <a:xfrm>
                <a:off x="5625548" y="437323"/>
                <a:ext cx="940904" cy="82163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52</a:t>
                </a:r>
              </a:p>
            </p:txBody>
          </p:sp>
          <p:sp>
            <p:nvSpPr>
              <p:cNvPr id="19" name="Elipse 18">
                <a:extLst>
                  <a:ext uri="{FF2B5EF4-FFF2-40B4-BE49-F238E27FC236}">
                    <a16:creationId xmlns:a16="http://schemas.microsoft.com/office/drawing/2014/main" id="{3EE647B6-9F10-7BCB-A0BD-0B3E5A96450B}"/>
                  </a:ext>
                </a:extLst>
              </p:cNvPr>
              <p:cNvSpPr/>
              <p:nvPr/>
            </p:nvSpPr>
            <p:spPr>
              <a:xfrm>
                <a:off x="5641248" y="337012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5</a:t>
                </a:r>
              </a:p>
            </p:txBody>
          </p:sp>
          <p:sp>
            <p:nvSpPr>
              <p:cNvPr id="20" name="Elipse 19">
                <a:extLst>
                  <a:ext uri="{FF2B5EF4-FFF2-40B4-BE49-F238E27FC236}">
                    <a16:creationId xmlns:a16="http://schemas.microsoft.com/office/drawing/2014/main" id="{48010865-73A2-13DC-F0A3-D9EC2F59F92B}"/>
                  </a:ext>
                </a:extLst>
              </p:cNvPr>
              <p:cNvSpPr/>
              <p:nvPr/>
            </p:nvSpPr>
            <p:spPr>
              <a:xfrm>
                <a:off x="6202324" y="350265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2</a:t>
                </a:r>
              </a:p>
            </p:txBody>
          </p:sp>
        </p:grp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974607A8-1B92-9C24-E11A-17FC21FBD36B}"/>
                </a:ext>
              </a:extLst>
            </p:cNvPr>
            <p:cNvSpPr/>
            <p:nvPr/>
          </p:nvSpPr>
          <p:spPr>
            <a:xfrm>
              <a:off x="5946743" y="162344"/>
              <a:ext cx="883814" cy="754511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</p:spTree>
    <p:extLst>
      <p:ext uri="{BB962C8B-B14F-4D97-AF65-F5344CB8AC3E}">
        <p14:creationId xmlns:p14="http://schemas.microsoft.com/office/powerpoint/2010/main" val="34322846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61" idx="4"/>
            <a:endCxn id="31" idx="0"/>
          </p:cNvCxnSpPr>
          <p:nvPr/>
        </p:nvCxnSpPr>
        <p:spPr>
          <a:xfrm flipH="1">
            <a:off x="4909875" y="2537359"/>
            <a:ext cx="2996622" cy="72931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4" idx="4"/>
            <a:endCxn id="48" idx="0"/>
          </p:cNvCxnSpPr>
          <p:nvPr/>
        </p:nvCxnSpPr>
        <p:spPr>
          <a:xfrm>
            <a:off x="3016787" y="2537359"/>
            <a:ext cx="294213" cy="228153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4909875" y="4088311"/>
            <a:ext cx="1076019" cy="73058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</p:cNvCxnSpPr>
          <p:nvPr/>
        </p:nvCxnSpPr>
        <p:spPr>
          <a:xfrm flipH="1">
            <a:off x="6090586" y="1217472"/>
            <a:ext cx="92256" cy="1022146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8650357" y="2013467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 flipV="1">
            <a:off x="7906497" y="2013467"/>
            <a:ext cx="1214312" cy="52389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1301445" y="2537359"/>
            <a:ext cx="1715342" cy="38517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30" idx="4"/>
            <a:endCxn id="4" idx="0"/>
          </p:cNvCxnSpPr>
          <p:nvPr/>
        </p:nvCxnSpPr>
        <p:spPr>
          <a:xfrm flipH="1">
            <a:off x="3016787" y="1352623"/>
            <a:ext cx="2695603" cy="36310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8668962" y="1870286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230038" y="1870286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830993" y="2779355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5515442" y="4675713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6582152" y="574913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7262194" y="2835101"/>
            <a:ext cx="1858615" cy="63538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120809" y="2835101"/>
            <a:ext cx="1600204" cy="5903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439423" y="3028999"/>
            <a:ext cx="1090087" cy="1059312"/>
            <a:chOff x="253932" y="5798688"/>
            <a:chExt cx="1090087" cy="1059312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7" y="5798688"/>
              <a:ext cx="529012" cy="52604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2840548" y="4634228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65573AA1-E972-7DA8-6AE6-F26EC6B7676F}"/>
              </a:ext>
            </a:extLst>
          </p:cNvPr>
          <p:cNvGrpSpPr/>
          <p:nvPr/>
        </p:nvGrpSpPr>
        <p:grpSpPr>
          <a:xfrm>
            <a:off x="2546335" y="1568928"/>
            <a:ext cx="1129730" cy="968431"/>
            <a:chOff x="1577009" y="3185708"/>
            <a:chExt cx="1129730" cy="968431"/>
          </a:xfrm>
        </p:grpSpPr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44A46A8A-F7F9-64AA-C1B6-C9FE158AF16E}"/>
                </a:ext>
              </a:extLst>
            </p:cNvPr>
            <p:cNvGrpSpPr/>
            <p:nvPr/>
          </p:nvGrpSpPr>
          <p:grpSpPr>
            <a:xfrm>
              <a:off x="1577009" y="3189324"/>
              <a:ext cx="940904" cy="964815"/>
              <a:chOff x="2130287" y="1870286"/>
              <a:chExt cx="940904" cy="964815"/>
            </a:xfrm>
          </p:grpSpPr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95B533E4-7DB6-1E68-FF10-F3C1ABE195AF}"/>
                  </a:ext>
                </a:extLst>
              </p:cNvPr>
              <p:cNvSpPr/>
              <p:nvPr/>
            </p:nvSpPr>
            <p:spPr>
              <a:xfrm>
                <a:off x="2130287" y="2013467"/>
                <a:ext cx="940904" cy="821634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32</a:t>
                </a:r>
              </a:p>
            </p:txBody>
          </p:sp>
          <p:sp>
            <p:nvSpPr>
              <p:cNvPr id="21" name="Elipse 20">
                <a:extLst>
                  <a:ext uri="{FF2B5EF4-FFF2-40B4-BE49-F238E27FC236}">
                    <a16:creationId xmlns:a16="http://schemas.microsoft.com/office/drawing/2014/main" id="{D334ED92-3186-9A75-3558-80400D3CB5AA}"/>
                  </a:ext>
                </a:extLst>
              </p:cNvPr>
              <p:cNvSpPr/>
              <p:nvPr/>
            </p:nvSpPr>
            <p:spPr>
              <a:xfrm>
                <a:off x="2144355" y="1870286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</a:t>
                </a:r>
              </a:p>
            </p:txBody>
          </p:sp>
        </p:grp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3DCDBD2D-7F90-31D3-7A1F-12A3EE9773C7}"/>
                </a:ext>
              </a:extLst>
            </p:cNvPr>
            <p:cNvSpPr/>
            <p:nvPr/>
          </p:nvSpPr>
          <p:spPr>
            <a:xfrm>
              <a:off x="2120937" y="3185708"/>
              <a:ext cx="585802" cy="551077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9F56A8B7-1217-1144-7E2A-6482F599B0C0}"/>
              </a:ext>
            </a:extLst>
          </p:cNvPr>
          <p:cNvGrpSpPr/>
          <p:nvPr/>
        </p:nvGrpSpPr>
        <p:grpSpPr>
          <a:xfrm>
            <a:off x="5241938" y="333662"/>
            <a:ext cx="940904" cy="1018961"/>
            <a:chOff x="3105189" y="1957464"/>
            <a:chExt cx="940904" cy="1018961"/>
          </a:xfrm>
        </p:grpSpPr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304A46E6-0B75-6BD4-A389-DE8A7771D05F}"/>
                </a:ext>
              </a:extLst>
            </p:cNvPr>
            <p:cNvGrpSpPr/>
            <p:nvPr/>
          </p:nvGrpSpPr>
          <p:grpSpPr>
            <a:xfrm>
              <a:off x="3105189" y="1968542"/>
              <a:ext cx="940904" cy="1007883"/>
              <a:chOff x="2130287" y="4636677"/>
              <a:chExt cx="940904" cy="1007883"/>
            </a:xfrm>
          </p:grpSpPr>
          <p:sp>
            <p:nvSpPr>
              <p:cNvPr id="30" name="Elipse 29">
                <a:extLst>
                  <a:ext uri="{FF2B5EF4-FFF2-40B4-BE49-F238E27FC236}">
                    <a16:creationId xmlns:a16="http://schemas.microsoft.com/office/drawing/2014/main" id="{BFBC23A9-A3EA-DD5E-3D18-DEB457A6A38E}"/>
                  </a:ext>
                </a:extLst>
              </p:cNvPr>
              <p:cNvSpPr/>
              <p:nvPr/>
            </p:nvSpPr>
            <p:spPr>
              <a:xfrm>
                <a:off x="2130287" y="4822926"/>
                <a:ext cx="940904" cy="82163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40</a:t>
                </a:r>
              </a:p>
            </p:txBody>
          </p:sp>
          <p:sp>
            <p:nvSpPr>
              <p:cNvPr id="41" name="Elipse 40">
                <a:extLst>
                  <a:ext uri="{FF2B5EF4-FFF2-40B4-BE49-F238E27FC236}">
                    <a16:creationId xmlns:a16="http://schemas.microsoft.com/office/drawing/2014/main" id="{38492621-2A10-479B-81A5-382B1EFBA237}"/>
                  </a:ext>
                </a:extLst>
              </p:cNvPr>
              <p:cNvSpPr/>
              <p:nvPr/>
            </p:nvSpPr>
            <p:spPr>
              <a:xfrm>
                <a:off x="2144355" y="4636677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4</a:t>
                </a:r>
              </a:p>
            </p:txBody>
          </p:sp>
        </p:grpSp>
        <p:sp>
          <p:nvSpPr>
            <p:cNvPr id="56" name="Elipse 55">
              <a:extLst>
                <a:ext uri="{FF2B5EF4-FFF2-40B4-BE49-F238E27FC236}">
                  <a16:creationId xmlns:a16="http://schemas.microsoft.com/office/drawing/2014/main" id="{E92B9414-BE16-3C99-98D6-6C79799CB89D}"/>
                </a:ext>
              </a:extLst>
            </p:cNvPr>
            <p:cNvSpPr/>
            <p:nvPr/>
          </p:nvSpPr>
          <p:spPr>
            <a:xfrm>
              <a:off x="3680333" y="1957464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84949111-2FB9-7A17-E29C-0CE03D23FA65}"/>
              </a:ext>
            </a:extLst>
          </p:cNvPr>
          <p:cNvCxnSpPr>
            <a:cxnSpLocks/>
            <a:stCxn id="48" idx="4"/>
            <a:endCxn id="22" idx="0"/>
          </p:cNvCxnSpPr>
          <p:nvPr/>
        </p:nvCxnSpPr>
        <p:spPr>
          <a:xfrm flipH="1">
            <a:off x="2045401" y="5640528"/>
            <a:ext cx="1265599" cy="363571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upo 62">
            <a:extLst>
              <a:ext uri="{FF2B5EF4-FFF2-40B4-BE49-F238E27FC236}">
                <a16:creationId xmlns:a16="http://schemas.microsoft.com/office/drawing/2014/main" id="{284C54AC-9982-6663-0215-197A246D5C2E}"/>
              </a:ext>
            </a:extLst>
          </p:cNvPr>
          <p:cNvGrpSpPr/>
          <p:nvPr/>
        </p:nvGrpSpPr>
        <p:grpSpPr>
          <a:xfrm>
            <a:off x="1574949" y="5819433"/>
            <a:ext cx="940904" cy="1006300"/>
            <a:chOff x="1574949" y="5819433"/>
            <a:chExt cx="940904" cy="1006300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45B4C521-27F7-2A62-1087-7231C2B5C17F}"/>
                </a:ext>
              </a:extLst>
            </p:cNvPr>
            <p:cNvSpPr/>
            <p:nvPr/>
          </p:nvSpPr>
          <p:spPr>
            <a:xfrm>
              <a:off x="1574949" y="6004099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38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18B40B47-C928-3611-2052-246C85E5B373}"/>
                </a:ext>
              </a:extLst>
            </p:cNvPr>
            <p:cNvSpPr/>
            <p:nvPr/>
          </p:nvSpPr>
          <p:spPr>
            <a:xfrm>
              <a:off x="1589017" y="5819433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928CDE38-B427-1391-8C55-05C6760480C2}"/>
                </a:ext>
              </a:extLst>
            </p:cNvPr>
            <p:cNvSpPr/>
            <p:nvPr/>
          </p:nvSpPr>
          <p:spPr>
            <a:xfrm>
              <a:off x="2150093" y="5819433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D9C2091C-23E6-B955-1759-1D0CB66E596B}"/>
              </a:ext>
            </a:extLst>
          </p:cNvPr>
          <p:cNvGrpSpPr/>
          <p:nvPr/>
        </p:nvGrpSpPr>
        <p:grpSpPr>
          <a:xfrm>
            <a:off x="7436045" y="1440746"/>
            <a:ext cx="1205009" cy="1096613"/>
            <a:chOff x="5625548" y="162344"/>
            <a:chExt cx="1205009" cy="1096613"/>
          </a:xfrm>
        </p:grpSpPr>
        <p:grpSp>
          <p:nvGrpSpPr>
            <p:cNvPr id="52" name="Grupo 51">
              <a:extLst>
                <a:ext uri="{FF2B5EF4-FFF2-40B4-BE49-F238E27FC236}">
                  <a16:creationId xmlns:a16="http://schemas.microsoft.com/office/drawing/2014/main" id="{9CE42DDA-0D44-90EC-B070-AB7101A1661F}"/>
                </a:ext>
              </a:extLst>
            </p:cNvPr>
            <p:cNvGrpSpPr/>
            <p:nvPr/>
          </p:nvGrpSpPr>
          <p:grpSpPr>
            <a:xfrm>
              <a:off x="5625548" y="337012"/>
              <a:ext cx="942536" cy="921945"/>
              <a:chOff x="5625548" y="337012"/>
              <a:chExt cx="942536" cy="921945"/>
            </a:xfrm>
          </p:grpSpPr>
          <p:sp>
            <p:nvSpPr>
              <p:cNvPr id="61" name="Elipse 60">
                <a:extLst>
                  <a:ext uri="{FF2B5EF4-FFF2-40B4-BE49-F238E27FC236}">
                    <a16:creationId xmlns:a16="http://schemas.microsoft.com/office/drawing/2014/main" id="{7BCDFCDE-F6A9-6FFC-DB3B-098FE0FFB131}"/>
                  </a:ext>
                </a:extLst>
              </p:cNvPr>
              <p:cNvSpPr/>
              <p:nvPr/>
            </p:nvSpPr>
            <p:spPr>
              <a:xfrm>
                <a:off x="5625548" y="437323"/>
                <a:ext cx="940904" cy="82163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52</a:t>
                </a:r>
              </a:p>
            </p:txBody>
          </p:sp>
          <p:sp>
            <p:nvSpPr>
              <p:cNvPr id="19" name="Elipse 18">
                <a:extLst>
                  <a:ext uri="{FF2B5EF4-FFF2-40B4-BE49-F238E27FC236}">
                    <a16:creationId xmlns:a16="http://schemas.microsoft.com/office/drawing/2014/main" id="{3EE647B6-9F10-7BCB-A0BD-0B3E5A96450B}"/>
                  </a:ext>
                </a:extLst>
              </p:cNvPr>
              <p:cNvSpPr/>
              <p:nvPr/>
            </p:nvSpPr>
            <p:spPr>
              <a:xfrm>
                <a:off x="5641248" y="337012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5</a:t>
                </a:r>
              </a:p>
            </p:txBody>
          </p:sp>
          <p:sp>
            <p:nvSpPr>
              <p:cNvPr id="20" name="Elipse 19">
                <a:extLst>
                  <a:ext uri="{FF2B5EF4-FFF2-40B4-BE49-F238E27FC236}">
                    <a16:creationId xmlns:a16="http://schemas.microsoft.com/office/drawing/2014/main" id="{48010865-73A2-13DC-F0A3-D9EC2F59F92B}"/>
                  </a:ext>
                </a:extLst>
              </p:cNvPr>
              <p:cNvSpPr/>
              <p:nvPr/>
            </p:nvSpPr>
            <p:spPr>
              <a:xfrm>
                <a:off x="6202324" y="350265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2</a:t>
                </a:r>
              </a:p>
            </p:txBody>
          </p:sp>
        </p:grp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974607A8-1B92-9C24-E11A-17FC21FBD36B}"/>
                </a:ext>
              </a:extLst>
            </p:cNvPr>
            <p:cNvSpPr/>
            <p:nvPr/>
          </p:nvSpPr>
          <p:spPr>
            <a:xfrm>
              <a:off x="5946743" y="162344"/>
              <a:ext cx="883814" cy="754511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</p:spTree>
    <p:extLst>
      <p:ext uri="{BB962C8B-B14F-4D97-AF65-F5344CB8AC3E}">
        <p14:creationId xmlns:p14="http://schemas.microsoft.com/office/powerpoint/2010/main" val="1314016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61" idx="4"/>
            <a:endCxn id="31" idx="0"/>
          </p:cNvCxnSpPr>
          <p:nvPr/>
        </p:nvCxnSpPr>
        <p:spPr>
          <a:xfrm flipH="1">
            <a:off x="4909875" y="2537359"/>
            <a:ext cx="2996622" cy="72931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4" idx="4"/>
            <a:endCxn id="48" idx="0"/>
          </p:cNvCxnSpPr>
          <p:nvPr/>
        </p:nvCxnSpPr>
        <p:spPr>
          <a:xfrm>
            <a:off x="3016787" y="2537359"/>
            <a:ext cx="294213" cy="228153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4909875" y="4088311"/>
            <a:ext cx="1076019" cy="73058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</p:cNvCxnSpPr>
          <p:nvPr/>
        </p:nvCxnSpPr>
        <p:spPr>
          <a:xfrm>
            <a:off x="6294783" y="1568928"/>
            <a:ext cx="496959" cy="30135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9182797" y="3213666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7906497" y="2537359"/>
            <a:ext cx="1746752" cy="67630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675631" y="2537359"/>
            <a:ext cx="2341156" cy="228153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30" idx="4"/>
            <a:endCxn id="4" idx="0"/>
          </p:cNvCxnSpPr>
          <p:nvPr/>
        </p:nvCxnSpPr>
        <p:spPr>
          <a:xfrm flipH="1">
            <a:off x="3016787" y="1352623"/>
            <a:ext cx="2695603" cy="36310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9196865" y="3082011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757941" y="3082011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205179" y="4675713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5515442" y="4675713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6582152" y="574913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 flipV="1">
            <a:off x="7262194" y="3470485"/>
            <a:ext cx="2391055" cy="56481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 flipV="1">
            <a:off x="9653249" y="3425483"/>
            <a:ext cx="1067764" cy="60981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4439423" y="3028999"/>
            <a:ext cx="1090087" cy="1059312"/>
            <a:chOff x="253932" y="5798688"/>
            <a:chExt cx="1090087" cy="1059312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7" y="5798688"/>
              <a:ext cx="529012" cy="52604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2840548" y="4634228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65573AA1-E972-7DA8-6AE6-F26EC6B7676F}"/>
              </a:ext>
            </a:extLst>
          </p:cNvPr>
          <p:cNvGrpSpPr/>
          <p:nvPr/>
        </p:nvGrpSpPr>
        <p:grpSpPr>
          <a:xfrm>
            <a:off x="2546335" y="1568928"/>
            <a:ext cx="1129730" cy="968431"/>
            <a:chOff x="1577009" y="3185708"/>
            <a:chExt cx="1129730" cy="968431"/>
          </a:xfrm>
        </p:grpSpPr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44A46A8A-F7F9-64AA-C1B6-C9FE158AF16E}"/>
                </a:ext>
              </a:extLst>
            </p:cNvPr>
            <p:cNvGrpSpPr/>
            <p:nvPr/>
          </p:nvGrpSpPr>
          <p:grpSpPr>
            <a:xfrm>
              <a:off x="1577009" y="3189324"/>
              <a:ext cx="940904" cy="964815"/>
              <a:chOff x="2130287" y="1870286"/>
              <a:chExt cx="940904" cy="964815"/>
            </a:xfrm>
          </p:grpSpPr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95B533E4-7DB6-1E68-FF10-F3C1ABE195AF}"/>
                  </a:ext>
                </a:extLst>
              </p:cNvPr>
              <p:cNvSpPr/>
              <p:nvPr/>
            </p:nvSpPr>
            <p:spPr>
              <a:xfrm>
                <a:off x="2130287" y="2013467"/>
                <a:ext cx="940904" cy="821634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32</a:t>
                </a:r>
              </a:p>
            </p:txBody>
          </p:sp>
          <p:sp>
            <p:nvSpPr>
              <p:cNvPr id="21" name="Elipse 20">
                <a:extLst>
                  <a:ext uri="{FF2B5EF4-FFF2-40B4-BE49-F238E27FC236}">
                    <a16:creationId xmlns:a16="http://schemas.microsoft.com/office/drawing/2014/main" id="{D334ED92-3186-9A75-3558-80400D3CB5AA}"/>
                  </a:ext>
                </a:extLst>
              </p:cNvPr>
              <p:cNvSpPr/>
              <p:nvPr/>
            </p:nvSpPr>
            <p:spPr>
              <a:xfrm>
                <a:off x="2144355" y="1870286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</a:t>
                </a:r>
              </a:p>
            </p:txBody>
          </p:sp>
        </p:grp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3DCDBD2D-7F90-31D3-7A1F-12A3EE9773C7}"/>
                </a:ext>
              </a:extLst>
            </p:cNvPr>
            <p:cNvSpPr/>
            <p:nvPr/>
          </p:nvSpPr>
          <p:spPr>
            <a:xfrm>
              <a:off x="2120937" y="3185708"/>
              <a:ext cx="585802" cy="551077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9F56A8B7-1217-1144-7E2A-6482F599B0C0}"/>
              </a:ext>
            </a:extLst>
          </p:cNvPr>
          <p:cNvGrpSpPr/>
          <p:nvPr/>
        </p:nvGrpSpPr>
        <p:grpSpPr>
          <a:xfrm>
            <a:off x="5241938" y="331306"/>
            <a:ext cx="940904" cy="1021317"/>
            <a:chOff x="3105189" y="1955108"/>
            <a:chExt cx="940904" cy="1021317"/>
          </a:xfrm>
        </p:grpSpPr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304A46E6-0B75-6BD4-A389-DE8A7771D05F}"/>
                </a:ext>
              </a:extLst>
            </p:cNvPr>
            <p:cNvGrpSpPr/>
            <p:nvPr/>
          </p:nvGrpSpPr>
          <p:grpSpPr>
            <a:xfrm>
              <a:off x="3105189" y="1968542"/>
              <a:ext cx="940904" cy="1007883"/>
              <a:chOff x="2130287" y="4636677"/>
              <a:chExt cx="940904" cy="1007883"/>
            </a:xfrm>
          </p:grpSpPr>
          <p:sp>
            <p:nvSpPr>
              <p:cNvPr id="30" name="Elipse 29">
                <a:extLst>
                  <a:ext uri="{FF2B5EF4-FFF2-40B4-BE49-F238E27FC236}">
                    <a16:creationId xmlns:a16="http://schemas.microsoft.com/office/drawing/2014/main" id="{BFBC23A9-A3EA-DD5E-3D18-DEB457A6A38E}"/>
                  </a:ext>
                </a:extLst>
              </p:cNvPr>
              <p:cNvSpPr/>
              <p:nvPr/>
            </p:nvSpPr>
            <p:spPr>
              <a:xfrm>
                <a:off x="2130287" y="4822926"/>
                <a:ext cx="940904" cy="82163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40</a:t>
                </a:r>
              </a:p>
            </p:txBody>
          </p:sp>
          <p:sp>
            <p:nvSpPr>
              <p:cNvPr id="41" name="Elipse 40">
                <a:extLst>
                  <a:ext uri="{FF2B5EF4-FFF2-40B4-BE49-F238E27FC236}">
                    <a16:creationId xmlns:a16="http://schemas.microsoft.com/office/drawing/2014/main" id="{38492621-2A10-479B-81A5-382B1EFBA237}"/>
                  </a:ext>
                </a:extLst>
              </p:cNvPr>
              <p:cNvSpPr/>
              <p:nvPr/>
            </p:nvSpPr>
            <p:spPr>
              <a:xfrm>
                <a:off x="2144355" y="4636677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4</a:t>
                </a:r>
              </a:p>
            </p:txBody>
          </p:sp>
        </p:grpSp>
        <p:sp>
          <p:nvSpPr>
            <p:cNvPr id="56" name="Elipse 55">
              <a:extLst>
                <a:ext uri="{FF2B5EF4-FFF2-40B4-BE49-F238E27FC236}">
                  <a16:creationId xmlns:a16="http://schemas.microsoft.com/office/drawing/2014/main" id="{E92B9414-BE16-3C99-98D6-6C79799CB89D}"/>
                </a:ext>
              </a:extLst>
            </p:cNvPr>
            <p:cNvSpPr/>
            <p:nvPr/>
          </p:nvSpPr>
          <p:spPr>
            <a:xfrm>
              <a:off x="3680333" y="1955108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84949111-2FB9-7A17-E29C-0CE03D23FA65}"/>
              </a:ext>
            </a:extLst>
          </p:cNvPr>
          <p:cNvCxnSpPr>
            <a:cxnSpLocks/>
            <a:stCxn id="48" idx="4"/>
            <a:endCxn id="22" idx="0"/>
          </p:cNvCxnSpPr>
          <p:nvPr/>
        </p:nvCxnSpPr>
        <p:spPr>
          <a:xfrm flipH="1">
            <a:off x="2045401" y="5640528"/>
            <a:ext cx="1265599" cy="363571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upo 62">
            <a:extLst>
              <a:ext uri="{FF2B5EF4-FFF2-40B4-BE49-F238E27FC236}">
                <a16:creationId xmlns:a16="http://schemas.microsoft.com/office/drawing/2014/main" id="{284C54AC-9982-6663-0215-197A246D5C2E}"/>
              </a:ext>
            </a:extLst>
          </p:cNvPr>
          <p:cNvGrpSpPr/>
          <p:nvPr/>
        </p:nvGrpSpPr>
        <p:grpSpPr>
          <a:xfrm>
            <a:off x="1574949" y="5819433"/>
            <a:ext cx="940904" cy="1006300"/>
            <a:chOff x="1574949" y="5819433"/>
            <a:chExt cx="940904" cy="1006300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45B4C521-27F7-2A62-1087-7231C2B5C17F}"/>
                </a:ext>
              </a:extLst>
            </p:cNvPr>
            <p:cNvSpPr/>
            <p:nvPr/>
          </p:nvSpPr>
          <p:spPr>
            <a:xfrm>
              <a:off x="1574949" y="6004099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38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18B40B47-C928-3611-2052-246C85E5B373}"/>
                </a:ext>
              </a:extLst>
            </p:cNvPr>
            <p:cNvSpPr/>
            <p:nvPr/>
          </p:nvSpPr>
          <p:spPr>
            <a:xfrm>
              <a:off x="1589017" y="5819433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928CDE38-B427-1391-8C55-05C6760480C2}"/>
                </a:ext>
              </a:extLst>
            </p:cNvPr>
            <p:cNvSpPr/>
            <p:nvPr/>
          </p:nvSpPr>
          <p:spPr>
            <a:xfrm>
              <a:off x="2150093" y="5819433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D9C2091C-23E6-B955-1759-1D0CB66E596B}"/>
              </a:ext>
            </a:extLst>
          </p:cNvPr>
          <p:cNvGrpSpPr/>
          <p:nvPr/>
        </p:nvGrpSpPr>
        <p:grpSpPr>
          <a:xfrm>
            <a:off x="7436045" y="1440746"/>
            <a:ext cx="1205009" cy="1096613"/>
            <a:chOff x="5625548" y="162344"/>
            <a:chExt cx="1205009" cy="1096613"/>
          </a:xfrm>
        </p:grpSpPr>
        <p:grpSp>
          <p:nvGrpSpPr>
            <p:cNvPr id="52" name="Grupo 51">
              <a:extLst>
                <a:ext uri="{FF2B5EF4-FFF2-40B4-BE49-F238E27FC236}">
                  <a16:creationId xmlns:a16="http://schemas.microsoft.com/office/drawing/2014/main" id="{9CE42DDA-0D44-90EC-B070-AB7101A1661F}"/>
                </a:ext>
              </a:extLst>
            </p:cNvPr>
            <p:cNvGrpSpPr/>
            <p:nvPr/>
          </p:nvGrpSpPr>
          <p:grpSpPr>
            <a:xfrm>
              <a:off x="5625548" y="337012"/>
              <a:ext cx="942536" cy="921945"/>
              <a:chOff x="5625548" y="337012"/>
              <a:chExt cx="942536" cy="921945"/>
            </a:xfrm>
          </p:grpSpPr>
          <p:sp>
            <p:nvSpPr>
              <p:cNvPr id="61" name="Elipse 60">
                <a:extLst>
                  <a:ext uri="{FF2B5EF4-FFF2-40B4-BE49-F238E27FC236}">
                    <a16:creationId xmlns:a16="http://schemas.microsoft.com/office/drawing/2014/main" id="{7BCDFCDE-F6A9-6FFC-DB3B-098FE0FFB131}"/>
                  </a:ext>
                </a:extLst>
              </p:cNvPr>
              <p:cNvSpPr/>
              <p:nvPr/>
            </p:nvSpPr>
            <p:spPr>
              <a:xfrm>
                <a:off x="5625548" y="437323"/>
                <a:ext cx="940904" cy="82163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52</a:t>
                </a:r>
              </a:p>
            </p:txBody>
          </p:sp>
          <p:sp>
            <p:nvSpPr>
              <p:cNvPr id="19" name="Elipse 18">
                <a:extLst>
                  <a:ext uri="{FF2B5EF4-FFF2-40B4-BE49-F238E27FC236}">
                    <a16:creationId xmlns:a16="http://schemas.microsoft.com/office/drawing/2014/main" id="{3EE647B6-9F10-7BCB-A0BD-0B3E5A96450B}"/>
                  </a:ext>
                </a:extLst>
              </p:cNvPr>
              <p:cNvSpPr/>
              <p:nvPr/>
            </p:nvSpPr>
            <p:spPr>
              <a:xfrm>
                <a:off x="5641248" y="337012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5</a:t>
                </a:r>
              </a:p>
            </p:txBody>
          </p:sp>
          <p:sp>
            <p:nvSpPr>
              <p:cNvPr id="20" name="Elipse 19">
                <a:extLst>
                  <a:ext uri="{FF2B5EF4-FFF2-40B4-BE49-F238E27FC236}">
                    <a16:creationId xmlns:a16="http://schemas.microsoft.com/office/drawing/2014/main" id="{48010865-73A2-13DC-F0A3-D9EC2F59F92B}"/>
                  </a:ext>
                </a:extLst>
              </p:cNvPr>
              <p:cNvSpPr/>
              <p:nvPr/>
            </p:nvSpPr>
            <p:spPr>
              <a:xfrm>
                <a:off x="6202324" y="350265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2</a:t>
                </a:r>
              </a:p>
            </p:txBody>
          </p:sp>
        </p:grp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974607A8-1B92-9C24-E11A-17FC21FBD36B}"/>
                </a:ext>
              </a:extLst>
            </p:cNvPr>
            <p:cNvSpPr/>
            <p:nvPr/>
          </p:nvSpPr>
          <p:spPr>
            <a:xfrm>
              <a:off x="5946743" y="162344"/>
              <a:ext cx="883814" cy="754511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</p:spTree>
    <p:extLst>
      <p:ext uri="{BB962C8B-B14F-4D97-AF65-F5344CB8AC3E}">
        <p14:creationId xmlns:p14="http://schemas.microsoft.com/office/powerpoint/2010/main" val="1462081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61" idx="4"/>
            <a:endCxn id="31" idx="0"/>
          </p:cNvCxnSpPr>
          <p:nvPr/>
        </p:nvCxnSpPr>
        <p:spPr>
          <a:xfrm flipH="1">
            <a:off x="6088517" y="2537359"/>
            <a:ext cx="1817980" cy="65836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4" idx="4"/>
            <a:endCxn id="48" idx="0"/>
          </p:cNvCxnSpPr>
          <p:nvPr/>
        </p:nvCxnSpPr>
        <p:spPr>
          <a:xfrm>
            <a:off x="3016787" y="2537359"/>
            <a:ext cx="1262825" cy="67630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6088517" y="4017353"/>
            <a:ext cx="385290" cy="801541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stCxn id="30" idx="4"/>
            <a:endCxn id="61" idx="0"/>
          </p:cNvCxnSpPr>
          <p:nvPr/>
        </p:nvCxnSpPr>
        <p:spPr>
          <a:xfrm>
            <a:off x="5712390" y="1352623"/>
            <a:ext cx="2194107" cy="36310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069DB84-FD35-C3D0-D1CA-D3104AF028E8}"/>
              </a:ext>
            </a:extLst>
          </p:cNvPr>
          <p:cNvSpPr/>
          <p:nvPr/>
        </p:nvSpPr>
        <p:spPr>
          <a:xfrm>
            <a:off x="9182797" y="3213666"/>
            <a:ext cx="940904" cy="8216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82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7906497" y="2537359"/>
            <a:ext cx="1746752" cy="67630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675631" y="2537359"/>
            <a:ext cx="2341156" cy="228153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30" idx="4"/>
            <a:endCxn id="4" idx="0"/>
          </p:cNvCxnSpPr>
          <p:nvPr/>
        </p:nvCxnSpPr>
        <p:spPr>
          <a:xfrm flipH="1">
            <a:off x="3016787" y="1352623"/>
            <a:ext cx="2695603" cy="36310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672234E-4F5C-8564-F699-A9DFE9DA1C7D}"/>
              </a:ext>
            </a:extLst>
          </p:cNvPr>
          <p:cNvSpPr/>
          <p:nvPr/>
        </p:nvSpPr>
        <p:spPr>
          <a:xfrm>
            <a:off x="9199261" y="3040360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9760337" y="3040360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205179" y="4675713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6003355" y="4675713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6582152" y="574913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BDBEA863-BBA6-607C-B0E6-AB3EC3215736}"/>
              </a:ext>
            </a:extLst>
          </p:cNvPr>
          <p:cNvSpPr/>
          <p:nvPr/>
        </p:nvSpPr>
        <p:spPr>
          <a:xfrm>
            <a:off x="6791742" y="347048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 flipV="1">
            <a:off x="7262194" y="3470485"/>
            <a:ext cx="2391055" cy="56481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73F941F-C581-2599-2E0F-7BDA60827874}"/>
              </a:ext>
            </a:extLst>
          </p:cNvPr>
          <p:cNvSpPr/>
          <p:nvPr/>
        </p:nvSpPr>
        <p:spPr>
          <a:xfrm>
            <a:off x="6805810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D5B4F8F-D195-673E-639C-ADA508F413C3}"/>
              </a:ext>
            </a:extLst>
          </p:cNvPr>
          <p:cNvSpPr/>
          <p:nvPr/>
        </p:nvSpPr>
        <p:spPr>
          <a:xfrm>
            <a:off x="7366886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5AA591-E28B-D501-70F3-C2B39CC9C6B4}"/>
              </a:ext>
            </a:extLst>
          </p:cNvPr>
          <p:cNvSpPr/>
          <p:nvPr/>
        </p:nvSpPr>
        <p:spPr>
          <a:xfrm>
            <a:off x="10250561" y="3425483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92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 flipV="1">
            <a:off x="9653249" y="3425483"/>
            <a:ext cx="1067764" cy="60981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F93F5255-4F30-DBC8-FE50-F86EAAFF30F4}"/>
              </a:ext>
            </a:extLst>
          </p:cNvPr>
          <p:cNvSpPr/>
          <p:nvPr/>
        </p:nvSpPr>
        <p:spPr>
          <a:xfrm>
            <a:off x="10264629" y="3285819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EFFC608D-1097-1083-5530-C8F154B201E6}"/>
              </a:ext>
            </a:extLst>
          </p:cNvPr>
          <p:cNvSpPr/>
          <p:nvPr/>
        </p:nvSpPr>
        <p:spPr>
          <a:xfrm>
            <a:off x="10825705" y="328581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5618065" y="2958041"/>
            <a:ext cx="1090087" cy="1059312"/>
            <a:chOff x="253932" y="5798688"/>
            <a:chExt cx="1090087" cy="1059312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7" y="5798688"/>
              <a:ext cx="529012" cy="52604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3809160" y="3029000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65573AA1-E972-7DA8-6AE6-F26EC6B7676F}"/>
              </a:ext>
            </a:extLst>
          </p:cNvPr>
          <p:cNvGrpSpPr/>
          <p:nvPr/>
        </p:nvGrpSpPr>
        <p:grpSpPr>
          <a:xfrm>
            <a:off x="2546335" y="1568928"/>
            <a:ext cx="1129730" cy="968431"/>
            <a:chOff x="1577009" y="3185708"/>
            <a:chExt cx="1129730" cy="968431"/>
          </a:xfrm>
        </p:grpSpPr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44A46A8A-F7F9-64AA-C1B6-C9FE158AF16E}"/>
                </a:ext>
              </a:extLst>
            </p:cNvPr>
            <p:cNvGrpSpPr/>
            <p:nvPr/>
          </p:nvGrpSpPr>
          <p:grpSpPr>
            <a:xfrm>
              <a:off x="1577009" y="3189324"/>
              <a:ext cx="940904" cy="964815"/>
              <a:chOff x="2130287" y="1870286"/>
              <a:chExt cx="940904" cy="964815"/>
            </a:xfrm>
          </p:grpSpPr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95B533E4-7DB6-1E68-FF10-F3C1ABE195AF}"/>
                  </a:ext>
                </a:extLst>
              </p:cNvPr>
              <p:cNvSpPr/>
              <p:nvPr/>
            </p:nvSpPr>
            <p:spPr>
              <a:xfrm>
                <a:off x="2130287" y="2013467"/>
                <a:ext cx="940904" cy="821634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32</a:t>
                </a:r>
              </a:p>
            </p:txBody>
          </p:sp>
          <p:sp>
            <p:nvSpPr>
              <p:cNvPr id="21" name="Elipse 20">
                <a:extLst>
                  <a:ext uri="{FF2B5EF4-FFF2-40B4-BE49-F238E27FC236}">
                    <a16:creationId xmlns:a16="http://schemas.microsoft.com/office/drawing/2014/main" id="{D334ED92-3186-9A75-3558-80400D3CB5AA}"/>
                  </a:ext>
                </a:extLst>
              </p:cNvPr>
              <p:cNvSpPr/>
              <p:nvPr/>
            </p:nvSpPr>
            <p:spPr>
              <a:xfrm>
                <a:off x="2144355" y="1870286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</a:t>
                </a:r>
              </a:p>
            </p:txBody>
          </p:sp>
        </p:grp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3DCDBD2D-7F90-31D3-7A1F-12A3EE9773C7}"/>
                </a:ext>
              </a:extLst>
            </p:cNvPr>
            <p:cNvSpPr/>
            <p:nvPr/>
          </p:nvSpPr>
          <p:spPr>
            <a:xfrm>
              <a:off x="2120937" y="3185708"/>
              <a:ext cx="585802" cy="551077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9F56A8B7-1217-1144-7E2A-6482F599B0C0}"/>
              </a:ext>
            </a:extLst>
          </p:cNvPr>
          <p:cNvGrpSpPr/>
          <p:nvPr/>
        </p:nvGrpSpPr>
        <p:grpSpPr>
          <a:xfrm>
            <a:off x="5241938" y="344740"/>
            <a:ext cx="944297" cy="1007883"/>
            <a:chOff x="3105189" y="1968542"/>
            <a:chExt cx="944297" cy="1007883"/>
          </a:xfrm>
        </p:grpSpPr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304A46E6-0B75-6BD4-A389-DE8A7771D05F}"/>
                </a:ext>
              </a:extLst>
            </p:cNvPr>
            <p:cNvGrpSpPr/>
            <p:nvPr/>
          </p:nvGrpSpPr>
          <p:grpSpPr>
            <a:xfrm>
              <a:off x="3105189" y="1968542"/>
              <a:ext cx="940904" cy="1007883"/>
              <a:chOff x="2130287" y="4636677"/>
              <a:chExt cx="940904" cy="1007883"/>
            </a:xfrm>
          </p:grpSpPr>
          <p:sp>
            <p:nvSpPr>
              <p:cNvPr id="30" name="Elipse 29">
                <a:extLst>
                  <a:ext uri="{FF2B5EF4-FFF2-40B4-BE49-F238E27FC236}">
                    <a16:creationId xmlns:a16="http://schemas.microsoft.com/office/drawing/2014/main" id="{BFBC23A9-A3EA-DD5E-3D18-DEB457A6A38E}"/>
                  </a:ext>
                </a:extLst>
              </p:cNvPr>
              <p:cNvSpPr/>
              <p:nvPr/>
            </p:nvSpPr>
            <p:spPr>
              <a:xfrm>
                <a:off x="2130287" y="4822926"/>
                <a:ext cx="940904" cy="82163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40</a:t>
                </a:r>
              </a:p>
            </p:txBody>
          </p:sp>
          <p:sp>
            <p:nvSpPr>
              <p:cNvPr id="41" name="Elipse 40">
                <a:extLst>
                  <a:ext uri="{FF2B5EF4-FFF2-40B4-BE49-F238E27FC236}">
                    <a16:creationId xmlns:a16="http://schemas.microsoft.com/office/drawing/2014/main" id="{38492621-2A10-479B-81A5-382B1EFBA237}"/>
                  </a:ext>
                </a:extLst>
              </p:cNvPr>
              <p:cNvSpPr/>
              <p:nvPr/>
            </p:nvSpPr>
            <p:spPr>
              <a:xfrm>
                <a:off x="2144355" y="4636677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4</a:t>
                </a:r>
              </a:p>
            </p:txBody>
          </p:sp>
        </p:grpSp>
        <p:sp>
          <p:nvSpPr>
            <p:cNvPr id="56" name="Elipse 55">
              <a:extLst>
                <a:ext uri="{FF2B5EF4-FFF2-40B4-BE49-F238E27FC236}">
                  <a16:creationId xmlns:a16="http://schemas.microsoft.com/office/drawing/2014/main" id="{E92B9414-BE16-3C99-98D6-6C79799CB89D}"/>
                </a:ext>
              </a:extLst>
            </p:cNvPr>
            <p:cNvSpPr/>
            <p:nvPr/>
          </p:nvSpPr>
          <p:spPr>
            <a:xfrm>
              <a:off x="3683726" y="1976320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84949111-2FB9-7A17-E29C-0CE03D23FA65}"/>
              </a:ext>
            </a:extLst>
          </p:cNvPr>
          <p:cNvCxnSpPr>
            <a:cxnSpLocks/>
            <a:stCxn id="48" idx="4"/>
            <a:endCxn id="22" idx="0"/>
          </p:cNvCxnSpPr>
          <p:nvPr/>
        </p:nvCxnSpPr>
        <p:spPr>
          <a:xfrm flipH="1">
            <a:off x="2045401" y="4035300"/>
            <a:ext cx="2234211" cy="19687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upo 62">
            <a:extLst>
              <a:ext uri="{FF2B5EF4-FFF2-40B4-BE49-F238E27FC236}">
                <a16:creationId xmlns:a16="http://schemas.microsoft.com/office/drawing/2014/main" id="{284C54AC-9982-6663-0215-197A246D5C2E}"/>
              </a:ext>
            </a:extLst>
          </p:cNvPr>
          <p:cNvGrpSpPr/>
          <p:nvPr/>
        </p:nvGrpSpPr>
        <p:grpSpPr>
          <a:xfrm>
            <a:off x="1574949" y="5819433"/>
            <a:ext cx="940904" cy="1006300"/>
            <a:chOff x="1574949" y="5819433"/>
            <a:chExt cx="940904" cy="1006300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45B4C521-27F7-2A62-1087-7231C2B5C17F}"/>
                </a:ext>
              </a:extLst>
            </p:cNvPr>
            <p:cNvSpPr/>
            <p:nvPr/>
          </p:nvSpPr>
          <p:spPr>
            <a:xfrm>
              <a:off x="1574949" y="6004099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38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18B40B47-C928-3611-2052-246C85E5B373}"/>
                </a:ext>
              </a:extLst>
            </p:cNvPr>
            <p:cNvSpPr/>
            <p:nvPr/>
          </p:nvSpPr>
          <p:spPr>
            <a:xfrm>
              <a:off x="1589017" y="5819433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928CDE38-B427-1391-8C55-05C6760480C2}"/>
                </a:ext>
              </a:extLst>
            </p:cNvPr>
            <p:cNvSpPr/>
            <p:nvPr/>
          </p:nvSpPr>
          <p:spPr>
            <a:xfrm>
              <a:off x="2150093" y="5819433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D9C2091C-23E6-B955-1759-1D0CB66E596B}"/>
              </a:ext>
            </a:extLst>
          </p:cNvPr>
          <p:cNvGrpSpPr/>
          <p:nvPr/>
        </p:nvGrpSpPr>
        <p:grpSpPr>
          <a:xfrm>
            <a:off x="7436045" y="1440746"/>
            <a:ext cx="1205009" cy="1096613"/>
            <a:chOff x="5625548" y="162344"/>
            <a:chExt cx="1205009" cy="1096613"/>
          </a:xfrm>
        </p:grpSpPr>
        <p:grpSp>
          <p:nvGrpSpPr>
            <p:cNvPr id="52" name="Grupo 51">
              <a:extLst>
                <a:ext uri="{FF2B5EF4-FFF2-40B4-BE49-F238E27FC236}">
                  <a16:creationId xmlns:a16="http://schemas.microsoft.com/office/drawing/2014/main" id="{9CE42DDA-0D44-90EC-B070-AB7101A1661F}"/>
                </a:ext>
              </a:extLst>
            </p:cNvPr>
            <p:cNvGrpSpPr/>
            <p:nvPr/>
          </p:nvGrpSpPr>
          <p:grpSpPr>
            <a:xfrm>
              <a:off x="5625548" y="337012"/>
              <a:ext cx="942536" cy="921945"/>
              <a:chOff x="5625548" y="337012"/>
              <a:chExt cx="942536" cy="921945"/>
            </a:xfrm>
          </p:grpSpPr>
          <p:sp>
            <p:nvSpPr>
              <p:cNvPr id="61" name="Elipse 60">
                <a:extLst>
                  <a:ext uri="{FF2B5EF4-FFF2-40B4-BE49-F238E27FC236}">
                    <a16:creationId xmlns:a16="http://schemas.microsoft.com/office/drawing/2014/main" id="{7BCDFCDE-F6A9-6FFC-DB3B-098FE0FFB131}"/>
                  </a:ext>
                </a:extLst>
              </p:cNvPr>
              <p:cNvSpPr/>
              <p:nvPr/>
            </p:nvSpPr>
            <p:spPr>
              <a:xfrm>
                <a:off x="5625548" y="437323"/>
                <a:ext cx="940904" cy="82163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52</a:t>
                </a:r>
              </a:p>
            </p:txBody>
          </p:sp>
          <p:sp>
            <p:nvSpPr>
              <p:cNvPr id="19" name="Elipse 18">
                <a:extLst>
                  <a:ext uri="{FF2B5EF4-FFF2-40B4-BE49-F238E27FC236}">
                    <a16:creationId xmlns:a16="http://schemas.microsoft.com/office/drawing/2014/main" id="{3EE647B6-9F10-7BCB-A0BD-0B3E5A96450B}"/>
                  </a:ext>
                </a:extLst>
              </p:cNvPr>
              <p:cNvSpPr/>
              <p:nvPr/>
            </p:nvSpPr>
            <p:spPr>
              <a:xfrm>
                <a:off x="5641248" y="337012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5</a:t>
                </a:r>
              </a:p>
            </p:txBody>
          </p:sp>
          <p:sp>
            <p:nvSpPr>
              <p:cNvPr id="20" name="Elipse 19">
                <a:extLst>
                  <a:ext uri="{FF2B5EF4-FFF2-40B4-BE49-F238E27FC236}">
                    <a16:creationId xmlns:a16="http://schemas.microsoft.com/office/drawing/2014/main" id="{48010865-73A2-13DC-F0A3-D9EC2F59F92B}"/>
                  </a:ext>
                </a:extLst>
              </p:cNvPr>
              <p:cNvSpPr/>
              <p:nvPr/>
            </p:nvSpPr>
            <p:spPr>
              <a:xfrm>
                <a:off x="6202324" y="350265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2</a:t>
                </a:r>
              </a:p>
            </p:txBody>
          </p:sp>
        </p:grp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974607A8-1B92-9C24-E11A-17FC21FBD36B}"/>
                </a:ext>
              </a:extLst>
            </p:cNvPr>
            <p:cNvSpPr/>
            <p:nvPr/>
          </p:nvSpPr>
          <p:spPr>
            <a:xfrm>
              <a:off x="5946743" y="162344"/>
              <a:ext cx="883814" cy="754511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</p:spTree>
    <p:extLst>
      <p:ext uri="{BB962C8B-B14F-4D97-AF65-F5344CB8AC3E}">
        <p14:creationId xmlns:p14="http://schemas.microsoft.com/office/powerpoint/2010/main" val="2316475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61" idx="4"/>
            <a:endCxn id="31" idx="0"/>
          </p:cNvCxnSpPr>
          <p:nvPr/>
        </p:nvCxnSpPr>
        <p:spPr>
          <a:xfrm flipH="1">
            <a:off x="6088517" y="2537359"/>
            <a:ext cx="1817980" cy="658360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4" idx="4"/>
            <a:endCxn id="48" idx="0"/>
          </p:cNvCxnSpPr>
          <p:nvPr/>
        </p:nvCxnSpPr>
        <p:spPr>
          <a:xfrm>
            <a:off x="3016787" y="2537359"/>
            <a:ext cx="1262825" cy="67630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6088517" y="4017353"/>
            <a:ext cx="720926" cy="87716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983896" y="662609"/>
            <a:ext cx="13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stCxn id="30" idx="4"/>
            <a:endCxn id="61" idx="0"/>
          </p:cNvCxnSpPr>
          <p:nvPr/>
        </p:nvCxnSpPr>
        <p:spPr>
          <a:xfrm>
            <a:off x="5712390" y="1352623"/>
            <a:ext cx="2194107" cy="36310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7906497" y="2537359"/>
            <a:ext cx="2377248" cy="65817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675631" y="2537359"/>
            <a:ext cx="2341156" cy="228153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30" idx="4"/>
            <a:endCxn id="4" idx="0"/>
          </p:cNvCxnSpPr>
          <p:nvPr/>
        </p:nvCxnSpPr>
        <p:spPr>
          <a:xfrm flipH="1">
            <a:off x="3016787" y="1352623"/>
            <a:ext cx="2695603" cy="36310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grpSp>
        <p:nvGrpSpPr>
          <p:cNvPr id="72" name="Grupo 71">
            <a:extLst>
              <a:ext uri="{FF2B5EF4-FFF2-40B4-BE49-F238E27FC236}">
                <a16:creationId xmlns:a16="http://schemas.microsoft.com/office/drawing/2014/main" id="{E5B7FF71-23D5-F474-A73A-57649B4BA72A}"/>
              </a:ext>
            </a:extLst>
          </p:cNvPr>
          <p:cNvGrpSpPr/>
          <p:nvPr/>
        </p:nvGrpSpPr>
        <p:grpSpPr>
          <a:xfrm>
            <a:off x="9813293" y="3029000"/>
            <a:ext cx="940904" cy="988170"/>
            <a:chOff x="9182797" y="3047130"/>
            <a:chExt cx="940904" cy="988170"/>
          </a:xfrm>
        </p:grpSpPr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8069DB84-FD35-C3D0-D1CA-D3104AF028E8}"/>
                </a:ext>
              </a:extLst>
            </p:cNvPr>
            <p:cNvSpPr/>
            <p:nvPr/>
          </p:nvSpPr>
          <p:spPr>
            <a:xfrm>
              <a:off x="9182797" y="3213666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82</a:t>
              </a:r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4672234E-4F5C-8564-F699-A9DFE9DA1C7D}"/>
                </a:ext>
              </a:extLst>
            </p:cNvPr>
            <p:cNvSpPr/>
            <p:nvPr/>
          </p:nvSpPr>
          <p:spPr>
            <a:xfrm>
              <a:off x="9199261" y="3047130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  <p:sp>
        <p:nvSpPr>
          <p:cNvPr id="24" name="Elipse 23">
            <a:extLst>
              <a:ext uri="{FF2B5EF4-FFF2-40B4-BE49-F238E27FC236}">
                <a16:creationId xmlns:a16="http://schemas.microsoft.com/office/drawing/2014/main" id="{91B44263-D517-4E6C-07E7-AC613E173CBA}"/>
              </a:ext>
            </a:extLst>
          </p:cNvPr>
          <p:cNvSpPr/>
          <p:nvPr/>
        </p:nvSpPr>
        <p:spPr>
          <a:xfrm>
            <a:off x="10336091" y="3034297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205179" y="4675713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6338991" y="4751335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6582152" y="574913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9264505" y="4017170"/>
            <a:ext cx="1019240" cy="805756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upo 68">
            <a:extLst>
              <a:ext uri="{FF2B5EF4-FFF2-40B4-BE49-F238E27FC236}">
                <a16:creationId xmlns:a16="http://schemas.microsoft.com/office/drawing/2014/main" id="{2E002A1E-E70A-EB76-539A-F6E98B652F03}"/>
              </a:ext>
            </a:extLst>
          </p:cNvPr>
          <p:cNvGrpSpPr/>
          <p:nvPr/>
        </p:nvGrpSpPr>
        <p:grpSpPr>
          <a:xfrm>
            <a:off x="8794053" y="4638260"/>
            <a:ext cx="940904" cy="1006300"/>
            <a:chOff x="6791742" y="3285819"/>
            <a:chExt cx="940904" cy="1006300"/>
          </a:xfrm>
        </p:grpSpPr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BDBEA863-BBA6-607C-B0E6-AB3EC3215736}"/>
                </a:ext>
              </a:extLst>
            </p:cNvPr>
            <p:cNvSpPr/>
            <p:nvPr/>
          </p:nvSpPr>
          <p:spPr>
            <a:xfrm>
              <a:off x="6791742" y="3470485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72</a:t>
              </a:r>
            </a:p>
          </p:txBody>
        </p:sp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C73F941F-C581-2599-2E0F-7BDA60827874}"/>
                </a:ext>
              </a:extLst>
            </p:cNvPr>
            <p:cNvSpPr/>
            <p:nvPr/>
          </p:nvSpPr>
          <p:spPr>
            <a:xfrm>
              <a:off x="6805810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CD5B4F8F-D195-673E-639C-ADA508F413C3}"/>
                </a:ext>
              </a:extLst>
            </p:cNvPr>
            <p:cNvSpPr/>
            <p:nvPr/>
          </p:nvSpPr>
          <p:spPr>
            <a:xfrm>
              <a:off x="7366886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10283745" y="4017170"/>
            <a:ext cx="1285936" cy="79820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upo 70">
            <a:extLst>
              <a:ext uri="{FF2B5EF4-FFF2-40B4-BE49-F238E27FC236}">
                <a16:creationId xmlns:a16="http://schemas.microsoft.com/office/drawing/2014/main" id="{66DA36B7-7CB6-57C8-7388-584D0C07A655}"/>
              </a:ext>
            </a:extLst>
          </p:cNvPr>
          <p:cNvGrpSpPr/>
          <p:nvPr/>
        </p:nvGrpSpPr>
        <p:grpSpPr>
          <a:xfrm>
            <a:off x="11099229" y="4675713"/>
            <a:ext cx="940904" cy="961298"/>
            <a:chOff x="10250561" y="3285819"/>
            <a:chExt cx="940904" cy="961298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745AA591-E28B-D501-70F3-C2B39CC9C6B4}"/>
                </a:ext>
              </a:extLst>
            </p:cNvPr>
            <p:cNvSpPr/>
            <p:nvPr/>
          </p:nvSpPr>
          <p:spPr>
            <a:xfrm>
              <a:off x="10250561" y="3425483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92</a:t>
              </a:r>
            </a:p>
          </p:txBody>
        </p:sp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F93F5255-4F30-DBC8-FE50-F86EAAFF30F4}"/>
                </a:ext>
              </a:extLst>
            </p:cNvPr>
            <p:cNvSpPr/>
            <p:nvPr/>
          </p:nvSpPr>
          <p:spPr>
            <a:xfrm>
              <a:off x="10264629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EFFC608D-1097-1083-5530-C8F154B201E6}"/>
                </a:ext>
              </a:extLst>
            </p:cNvPr>
            <p:cNvSpPr/>
            <p:nvPr/>
          </p:nvSpPr>
          <p:spPr>
            <a:xfrm>
              <a:off x="10825705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5618065" y="2958041"/>
            <a:ext cx="1090087" cy="1059312"/>
            <a:chOff x="253932" y="5798688"/>
            <a:chExt cx="1090087" cy="1059312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7" y="5798688"/>
              <a:ext cx="529012" cy="52604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3809160" y="3029000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65573AA1-E972-7DA8-6AE6-F26EC6B7676F}"/>
              </a:ext>
            </a:extLst>
          </p:cNvPr>
          <p:cNvGrpSpPr/>
          <p:nvPr/>
        </p:nvGrpSpPr>
        <p:grpSpPr>
          <a:xfrm>
            <a:off x="2546335" y="1568928"/>
            <a:ext cx="1129730" cy="968431"/>
            <a:chOff x="1577009" y="3185708"/>
            <a:chExt cx="1129730" cy="968431"/>
          </a:xfrm>
        </p:grpSpPr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44A46A8A-F7F9-64AA-C1B6-C9FE158AF16E}"/>
                </a:ext>
              </a:extLst>
            </p:cNvPr>
            <p:cNvGrpSpPr/>
            <p:nvPr/>
          </p:nvGrpSpPr>
          <p:grpSpPr>
            <a:xfrm>
              <a:off x="1577009" y="3189324"/>
              <a:ext cx="940904" cy="964815"/>
              <a:chOff x="2130287" y="1870286"/>
              <a:chExt cx="940904" cy="964815"/>
            </a:xfrm>
          </p:grpSpPr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95B533E4-7DB6-1E68-FF10-F3C1ABE195AF}"/>
                  </a:ext>
                </a:extLst>
              </p:cNvPr>
              <p:cNvSpPr/>
              <p:nvPr/>
            </p:nvSpPr>
            <p:spPr>
              <a:xfrm>
                <a:off x="2130287" y="2013467"/>
                <a:ext cx="940904" cy="821634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32</a:t>
                </a:r>
              </a:p>
            </p:txBody>
          </p:sp>
          <p:sp>
            <p:nvSpPr>
              <p:cNvPr id="21" name="Elipse 20">
                <a:extLst>
                  <a:ext uri="{FF2B5EF4-FFF2-40B4-BE49-F238E27FC236}">
                    <a16:creationId xmlns:a16="http://schemas.microsoft.com/office/drawing/2014/main" id="{D334ED92-3186-9A75-3558-80400D3CB5AA}"/>
                  </a:ext>
                </a:extLst>
              </p:cNvPr>
              <p:cNvSpPr/>
              <p:nvPr/>
            </p:nvSpPr>
            <p:spPr>
              <a:xfrm>
                <a:off x="2144355" y="1870286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</a:t>
                </a:r>
              </a:p>
            </p:txBody>
          </p:sp>
        </p:grp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3DCDBD2D-7F90-31D3-7A1F-12A3EE9773C7}"/>
                </a:ext>
              </a:extLst>
            </p:cNvPr>
            <p:cNvSpPr/>
            <p:nvPr/>
          </p:nvSpPr>
          <p:spPr>
            <a:xfrm>
              <a:off x="2120937" y="3185708"/>
              <a:ext cx="585802" cy="551077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9F56A8B7-1217-1144-7E2A-6482F599B0C0}"/>
              </a:ext>
            </a:extLst>
          </p:cNvPr>
          <p:cNvGrpSpPr/>
          <p:nvPr/>
        </p:nvGrpSpPr>
        <p:grpSpPr>
          <a:xfrm>
            <a:off x="5241938" y="339266"/>
            <a:ext cx="940904" cy="1013357"/>
            <a:chOff x="3105189" y="1963068"/>
            <a:chExt cx="940904" cy="1013357"/>
          </a:xfrm>
        </p:grpSpPr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304A46E6-0B75-6BD4-A389-DE8A7771D05F}"/>
                </a:ext>
              </a:extLst>
            </p:cNvPr>
            <p:cNvGrpSpPr/>
            <p:nvPr/>
          </p:nvGrpSpPr>
          <p:grpSpPr>
            <a:xfrm>
              <a:off x="3105189" y="1968542"/>
              <a:ext cx="940904" cy="1007883"/>
              <a:chOff x="2130287" y="4636677"/>
              <a:chExt cx="940904" cy="1007883"/>
            </a:xfrm>
          </p:grpSpPr>
          <p:sp>
            <p:nvSpPr>
              <p:cNvPr id="30" name="Elipse 29">
                <a:extLst>
                  <a:ext uri="{FF2B5EF4-FFF2-40B4-BE49-F238E27FC236}">
                    <a16:creationId xmlns:a16="http://schemas.microsoft.com/office/drawing/2014/main" id="{BFBC23A9-A3EA-DD5E-3D18-DEB457A6A38E}"/>
                  </a:ext>
                </a:extLst>
              </p:cNvPr>
              <p:cNvSpPr/>
              <p:nvPr/>
            </p:nvSpPr>
            <p:spPr>
              <a:xfrm>
                <a:off x="2130287" y="4822926"/>
                <a:ext cx="940904" cy="82163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40</a:t>
                </a:r>
              </a:p>
            </p:txBody>
          </p:sp>
          <p:sp>
            <p:nvSpPr>
              <p:cNvPr id="41" name="Elipse 40">
                <a:extLst>
                  <a:ext uri="{FF2B5EF4-FFF2-40B4-BE49-F238E27FC236}">
                    <a16:creationId xmlns:a16="http://schemas.microsoft.com/office/drawing/2014/main" id="{38492621-2A10-479B-81A5-382B1EFBA237}"/>
                  </a:ext>
                </a:extLst>
              </p:cNvPr>
              <p:cNvSpPr/>
              <p:nvPr/>
            </p:nvSpPr>
            <p:spPr>
              <a:xfrm>
                <a:off x="2144355" y="4636677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4</a:t>
                </a:r>
              </a:p>
            </p:txBody>
          </p:sp>
        </p:grpSp>
        <p:sp>
          <p:nvSpPr>
            <p:cNvPr id="56" name="Elipse 55">
              <a:extLst>
                <a:ext uri="{FF2B5EF4-FFF2-40B4-BE49-F238E27FC236}">
                  <a16:creationId xmlns:a16="http://schemas.microsoft.com/office/drawing/2014/main" id="{E92B9414-BE16-3C99-98D6-6C79799CB89D}"/>
                </a:ext>
              </a:extLst>
            </p:cNvPr>
            <p:cNvSpPr/>
            <p:nvPr/>
          </p:nvSpPr>
          <p:spPr>
            <a:xfrm>
              <a:off x="3676631" y="1963068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84949111-2FB9-7A17-E29C-0CE03D23FA65}"/>
              </a:ext>
            </a:extLst>
          </p:cNvPr>
          <p:cNvCxnSpPr>
            <a:cxnSpLocks/>
            <a:stCxn id="48" idx="4"/>
            <a:endCxn id="22" idx="0"/>
          </p:cNvCxnSpPr>
          <p:nvPr/>
        </p:nvCxnSpPr>
        <p:spPr>
          <a:xfrm flipH="1">
            <a:off x="2045401" y="4035300"/>
            <a:ext cx="2234211" cy="19687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upo 62">
            <a:extLst>
              <a:ext uri="{FF2B5EF4-FFF2-40B4-BE49-F238E27FC236}">
                <a16:creationId xmlns:a16="http://schemas.microsoft.com/office/drawing/2014/main" id="{284C54AC-9982-6663-0215-197A246D5C2E}"/>
              </a:ext>
            </a:extLst>
          </p:cNvPr>
          <p:cNvGrpSpPr/>
          <p:nvPr/>
        </p:nvGrpSpPr>
        <p:grpSpPr>
          <a:xfrm>
            <a:off x="1574949" y="5819433"/>
            <a:ext cx="940904" cy="1006300"/>
            <a:chOff x="1574949" y="5819433"/>
            <a:chExt cx="940904" cy="1006300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45B4C521-27F7-2A62-1087-7231C2B5C17F}"/>
                </a:ext>
              </a:extLst>
            </p:cNvPr>
            <p:cNvSpPr/>
            <p:nvPr/>
          </p:nvSpPr>
          <p:spPr>
            <a:xfrm>
              <a:off x="1574949" y="6004099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38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18B40B47-C928-3611-2052-246C85E5B373}"/>
                </a:ext>
              </a:extLst>
            </p:cNvPr>
            <p:cNvSpPr/>
            <p:nvPr/>
          </p:nvSpPr>
          <p:spPr>
            <a:xfrm>
              <a:off x="1589017" y="5819433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928CDE38-B427-1391-8C55-05C6760480C2}"/>
                </a:ext>
              </a:extLst>
            </p:cNvPr>
            <p:cNvSpPr/>
            <p:nvPr/>
          </p:nvSpPr>
          <p:spPr>
            <a:xfrm>
              <a:off x="2150093" y="5819433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D9C2091C-23E6-B955-1759-1D0CB66E596B}"/>
              </a:ext>
            </a:extLst>
          </p:cNvPr>
          <p:cNvGrpSpPr/>
          <p:nvPr/>
        </p:nvGrpSpPr>
        <p:grpSpPr>
          <a:xfrm>
            <a:off x="7436045" y="1440746"/>
            <a:ext cx="1205009" cy="1096613"/>
            <a:chOff x="5625548" y="162344"/>
            <a:chExt cx="1205009" cy="1096613"/>
          </a:xfrm>
        </p:grpSpPr>
        <p:grpSp>
          <p:nvGrpSpPr>
            <p:cNvPr id="52" name="Grupo 51">
              <a:extLst>
                <a:ext uri="{FF2B5EF4-FFF2-40B4-BE49-F238E27FC236}">
                  <a16:creationId xmlns:a16="http://schemas.microsoft.com/office/drawing/2014/main" id="{9CE42DDA-0D44-90EC-B070-AB7101A1661F}"/>
                </a:ext>
              </a:extLst>
            </p:cNvPr>
            <p:cNvGrpSpPr/>
            <p:nvPr/>
          </p:nvGrpSpPr>
          <p:grpSpPr>
            <a:xfrm>
              <a:off x="5625548" y="337012"/>
              <a:ext cx="942536" cy="921945"/>
              <a:chOff x="5625548" y="337012"/>
              <a:chExt cx="942536" cy="921945"/>
            </a:xfrm>
          </p:grpSpPr>
          <p:sp>
            <p:nvSpPr>
              <p:cNvPr id="61" name="Elipse 60">
                <a:extLst>
                  <a:ext uri="{FF2B5EF4-FFF2-40B4-BE49-F238E27FC236}">
                    <a16:creationId xmlns:a16="http://schemas.microsoft.com/office/drawing/2014/main" id="{7BCDFCDE-F6A9-6FFC-DB3B-098FE0FFB131}"/>
                  </a:ext>
                </a:extLst>
              </p:cNvPr>
              <p:cNvSpPr/>
              <p:nvPr/>
            </p:nvSpPr>
            <p:spPr>
              <a:xfrm>
                <a:off x="5625548" y="437323"/>
                <a:ext cx="940904" cy="82163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52</a:t>
                </a:r>
              </a:p>
            </p:txBody>
          </p:sp>
          <p:sp>
            <p:nvSpPr>
              <p:cNvPr id="19" name="Elipse 18">
                <a:extLst>
                  <a:ext uri="{FF2B5EF4-FFF2-40B4-BE49-F238E27FC236}">
                    <a16:creationId xmlns:a16="http://schemas.microsoft.com/office/drawing/2014/main" id="{3EE647B6-9F10-7BCB-A0BD-0B3E5A96450B}"/>
                  </a:ext>
                </a:extLst>
              </p:cNvPr>
              <p:cNvSpPr/>
              <p:nvPr/>
            </p:nvSpPr>
            <p:spPr>
              <a:xfrm>
                <a:off x="5641248" y="337012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5</a:t>
                </a:r>
              </a:p>
            </p:txBody>
          </p:sp>
          <p:sp>
            <p:nvSpPr>
              <p:cNvPr id="20" name="Elipse 19">
                <a:extLst>
                  <a:ext uri="{FF2B5EF4-FFF2-40B4-BE49-F238E27FC236}">
                    <a16:creationId xmlns:a16="http://schemas.microsoft.com/office/drawing/2014/main" id="{48010865-73A2-13DC-F0A3-D9EC2F59F92B}"/>
                  </a:ext>
                </a:extLst>
              </p:cNvPr>
              <p:cNvSpPr/>
              <p:nvPr/>
            </p:nvSpPr>
            <p:spPr>
              <a:xfrm>
                <a:off x="6202324" y="350265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2</a:t>
                </a:r>
              </a:p>
            </p:txBody>
          </p:sp>
        </p:grp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974607A8-1B92-9C24-E11A-17FC21FBD36B}"/>
                </a:ext>
              </a:extLst>
            </p:cNvPr>
            <p:cNvSpPr/>
            <p:nvPr/>
          </p:nvSpPr>
          <p:spPr>
            <a:xfrm>
              <a:off x="5946743" y="162344"/>
              <a:ext cx="883814" cy="754511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</p:spTree>
    <p:extLst>
      <p:ext uri="{BB962C8B-B14F-4D97-AF65-F5344CB8AC3E}">
        <p14:creationId xmlns:p14="http://schemas.microsoft.com/office/powerpoint/2010/main" val="3684914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61" idx="4"/>
            <a:endCxn id="31" idx="0"/>
          </p:cNvCxnSpPr>
          <p:nvPr/>
        </p:nvCxnSpPr>
        <p:spPr>
          <a:xfrm flipH="1">
            <a:off x="6693519" y="2729262"/>
            <a:ext cx="1882043" cy="55599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4" idx="4"/>
            <a:endCxn id="48" idx="0"/>
          </p:cNvCxnSpPr>
          <p:nvPr/>
        </p:nvCxnSpPr>
        <p:spPr>
          <a:xfrm>
            <a:off x="3016787" y="2537359"/>
            <a:ext cx="1262825" cy="67630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6693519" y="4106891"/>
            <a:ext cx="968703" cy="708486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473720" y="662609"/>
            <a:ext cx="183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Nuevo 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stCxn id="30" idx="4"/>
            <a:endCxn id="61" idx="0"/>
          </p:cNvCxnSpPr>
          <p:nvPr/>
        </p:nvCxnSpPr>
        <p:spPr>
          <a:xfrm>
            <a:off x="5712390" y="1352623"/>
            <a:ext cx="2863172" cy="55500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8575562" y="2729262"/>
            <a:ext cx="1895491" cy="45572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1612629" y="2537359"/>
            <a:ext cx="1404158" cy="74789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30" idx="4"/>
            <a:endCxn id="4" idx="0"/>
          </p:cNvCxnSpPr>
          <p:nvPr/>
        </p:nvCxnSpPr>
        <p:spPr>
          <a:xfrm flipH="1">
            <a:off x="3016787" y="1352623"/>
            <a:ext cx="2695603" cy="36310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grpSp>
        <p:nvGrpSpPr>
          <p:cNvPr id="66" name="Grupo 65">
            <a:extLst>
              <a:ext uri="{FF2B5EF4-FFF2-40B4-BE49-F238E27FC236}">
                <a16:creationId xmlns:a16="http://schemas.microsoft.com/office/drawing/2014/main" id="{A5CDD6DB-5033-E8A6-B5DE-62E2A81BA9AB}"/>
              </a:ext>
            </a:extLst>
          </p:cNvPr>
          <p:cNvGrpSpPr/>
          <p:nvPr/>
        </p:nvGrpSpPr>
        <p:grpSpPr>
          <a:xfrm>
            <a:off x="10000601" y="3016197"/>
            <a:ext cx="940904" cy="990422"/>
            <a:chOff x="9813293" y="3026748"/>
            <a:chExt cx="940904" cy="990422"/>
          </a:xfrm>
        </p:grpSpPr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E5B7FF71-23D5-F474-A73A-57649B4BA72A}"/>
                </a:ext>
              </a:extLst>
            </p:cNvPr>
            <p:cNvGrpSpPr/>
            <p:nvPr/>
          </p:nvGrpSpPr>
          <p:grpSpPr>
            <a:xfrm>
              <a:off x="9813293" y="3029000"/>
              <a:ext cx="940904" cy="988170"/>
              <a:chOff x="9182797" y="3047130"/>
              <a:chExt cx="940904" cy="988170"/>
            </a:xfrm>
          </p:grpSpPr>
          <p:sp>
            <p:nvSpPr>
              <p:cNvPr id="6" name="Elipse 5">
                <a:extLst>
                  <a:ext uri="{FF2B5EF4-FFF2-40B4-BE49-F238E27FC236}">
                    <a16:creationId xmlns:a16="http://schemas.microsoft.com/office/drawing/2014/main" id="{8069DB84-FD35-C3D0-D1CA-D3104AF028E8}"/>
                  </a:ext>
                </a:extLst>
              </p:cNvPr>
              <p:cNvSpPr/>
              <p:nvPr/>
            </p:nvSpPr>
            <p:spPr>
              <a:xfrm>
                <a:off x="9182797" y="3213666"/>
                <a:ext cx="940904" cy="821634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82</a:t>
                </a:r>
              </a:p>
            </p:txBody>
          </p:sp>
          <p:sp>
            <p:nvSpPr>
              <p:cNvPr id="23" name="Elipse 22">
                <a:extLst>
                  <a:ext uri="{FF2B5EF4-FFF2-40B4-BE49-F238E27FC236}">
                    <a16:creationId xmlns:a16="http://schemas.microsoft.com/office/drawing/2014/main" id="{4672234E-4F5C-8564-F699-A9DFE9DA1C7D}"/>
                  </a:ext>
                </a:extLst>
              </p:cNvPr>
              <p:cNvSpPr/>
              <p:nvPr/>
            </p:nvSpPr>
            <p:spPr>
              <a:xfrm>
                <a:off x="9199261" y="3047130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2</a:t>
                </a:r>
              </a:p>
            </p:txBody>
          </p:sp>
        </p:grp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91B44263-D517-4E6C-07E7-AC613E173CBA}"/>
                </a:ext>
              </a:extLst>
            </p:cNvPr>
            <p:cNvSpPr/>
            <p:nvPr/>
          </p:nvSpPr>
          <p:spPr>
            <a:xfrm>
              <a:off x="10378545" y="3026748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1142177" y="3142076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7191770" y="4672196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6582152" y="574913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9264505" y="4006619"/>
            <a:ext cx="1206548" cy="81630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upo 68">
            <a:extLst>
              <a:ext uri="{FF2B5EF4-FFF2-40B4-BE49-F238E27FC236}">
                <a16:creationId xmlns:a16="http://schemas.microsoft.com/office/drawing/2014/main" id="{2E002A1E-E70A-EB76-539A-F6E98B652F03}"/>
              </a:ext>
            </a:extLst>
          </p:cNvPr>
          <p:cNvGrpSpPr/>
          <p:nvPr/>
        </p:nvGrpSpPr>
        <p:grpSpPr>
          <a:xfrm>
            <a:off x="8794053" y="4638260"/>
            <a:ext cx="940904" cy="1006300"/>
            <a:chOff x="6791742" y="3285819"/>
            <a:chExt cx="940904" cy="1006300"/>
          </a:xfrm>
        </p:grpSpPr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BDBEA863-BBA6-607C-B0E6-AB3EC3215736}"/>
                </a:ext>
              </a:extLst>
            </p:cNvPr>
            <p:cNvSpPr/>
            <p:nvPr/>
          </p:nvSpPr>
          <p:spPr>
            <a:xfrm>
              <a:off x="6791742" y="3470485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72</a:t>
              </a:r>
            </a:p>
          </p:txBody>
        </p:sp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C73F941F-C581-2599-2E0F-7BDA60827874}"/>
                </a:ext>
              </a:extLst>
            </p:cNvPr>
            <p:cNvSpPr/>
            <p:nvPr/>
          </p:nvSpPr>
          <p:spPr>
            <a:xfrm>
              <a:off x="6805810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CD5B4F8F-D195-673E-639C-ADA508F413C3}"/>
                </a:ext>
              </a:extLst>
            </p:cNvPr>
            <p:cNvSpPr/>
            <p:nvPr/>
          </p:nvSpPr>
          <p:spPr>
            <a:xfrm>
              <a:off x="7366886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10471053" y="4006619"/>
            <a:ext cx="1098628" cy="80875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upo 70">
            <a:extLst>
              <a:ext uri="{FF2B5EF4-FFF2-40B4-BE49-F238E27FC236}">
                <a16:creationId xmlns:a16="http://schemas.microsoft.com/office/drawing/2014/main" id="{66DA36B7-7CB6-57C8-7388-584D0C07A655}"/>
              </a:ext>
            </a:extLst>
          </p:cNvPr>
          <p:cNvGrpSpPr/>
          <p:nvPr/>
        </p:nvGrpSpPr>
        <p:grpSpPr>
          <a:xfrm>
            <a:off x="11099229" y="4675713"/>
            <a:ext cx="940904" cy="961298"/>
            <a:chOff x="10250561" y="3285819"/>
            <a:chExt cx="940904" cy="961298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745AA591-E28B-D501-70F3-C2B39CC9C6B4}"/>
                </a:ext>
              </a:extLst>
            </p:cNvPr>
            <p:cNvSpPr/>
            <p:nvPr/>
          </p:nvSpPr>
          <p:spPr>
            <a:xfrm>
              <a:off x="10250561" y="3425483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92</a:t>
              </a:r>
            </a:p>
          </p:txBody>
        </p:sp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F93F5255-4F30-DBC8-FE50-F86EAAFF30F4}"/>
                </a:ext>
              </a:extLst>
            </p:cNvPr>
            <p:cNvSpPr/>
            <p:nvPr/>
          </p:nvSpPr>
          <p:spPr>
            <a:xfrm>
              <a:off x="10264629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EFFC608D-1097-1083-5530-C8F154B201E6}"/>
                </a:ext>
              </a:extLst>
            </p:cNvPr>
            <p:cNvSpPr/>
            <p:nvPr/>
          </p:nvSpPr>
          <p:spPr>
            <a:xfrm>
              <a:off x="10825705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6223067" y="3047579"/>
            <a:ext cx="940904" cy="1059312"/>
            <a:chOff x="253932" y="5798688"/>
            <a:chExt cx="940904" cy="1059312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7" y="5798688"/>
              <a:ext cx="379829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3809160" y="3029000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65573AA1-E972-7DA8-6AE6-F26EC6B7676F}"/>
              </a:ext>
            </a:extLst>
          </p:cNvPr>
          <p:cNvGrpSpPr/>
          <p:nvPr/>
        </p:nvGrpSpPr>
        <p:grpSpPr>
          <a:xfrm>
            <a:off x="2546335" y="1568928"/>
            <a:ext cx="1129730" cy="968431"/>
            <a:chOff x="1577009" y="3185708"/>
            <a:chExt cx="1129730" cy="968431"/>
          </a:xfrm>
        </p:grpSpPr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44A46A8A-F7F9-64AA-C1B6-C9FE158AF16E}"/>
                </a:ext>
              </a:extLst>
            </p:cNvPr>
            <p:cNvGrpSpPr/>
            <p:nvPr/>
          </p:nvGrpSpPr>
          <p:grpSpPr>
            <a:xfrm>
              <a:off x="1577009" y="3189324"/>
              <a:ext cx="940904" cy="964815"/>
              <a:chOff x="2130287" y="1870286"/>
              <a:chExt cx="940904" cy="964815"/>
            </a:xfrm>
          </p:grpSpPr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95B533E4-7DB6-1E68-FF10-F3C1ABE195AF}"/>
                  </a:ext>
                </a:extLst>
              </p:cNvPr>
              <p:cNvSpPr/>
              <p:nvPr/>
            </p:nvSpPr>
            <p:spPr>
              <a:xfrm>
                <a:off x="2130287" y="2013467"/>
                <a:ext cx="940904" cy="821634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32</a:t>
                </a:r>
              </a:p>
            </p:txBody>
          </p:sp>
          <p:sp>
            <p:nvSpPr>
              <p:cNvPr id="21" name="Elipse 20">
                <a:extLst>
                  <a:ext uri="{FF2B5EF4-FFF2-40B4-BE49-F238E27FC236}">
                    <a16:creationId xmlns:a16="http://schemas.microsoft.com/office/drawing/2014/main" id="{D334ED92-3186-9A75-3558-80400D3CB5AA}"/>
                  </a:ext>
                </a:extLst>
              </p:cNvPr>
              <p:cNvSpPr/>
              <p:nvPr/>
            </p:nvSpPr>
            <p:spPr>
              <a:xfrm>
                <a:off x="2144355" y="1870286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</a:t>
                </a:r>
              </a:p>
            </p:txBody>
          </p:sp>
        </p:grp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3DCDBD2D-7F90-31D3-7A1F-12A3EE9773C7}"/>
                </a:ext>
              </a:extLst>
            </p:cNvPr>
            <p:cNvSpPr/>
            <p:nvPr/>
          </p:nvSpPr>
          <p:spPr>
            <a:xfrm>
              <a:off x="2120937" y="3185708"/>
              <a:ext cx="585802" cy="551077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9F56A8B7-1217-1144-7E2A-6482F599B0C0}"/>
              </a:ext>
            </a:extLst>
          </p:cNvPr>
          <p:cNvGrpSpPr/>
          <p:nvPr/>
        </p:nvGrpSpPr>
        <p:grpSpPr>
          <a:xfrm>
            <a:off x="5241938" y="344740"/>
            <a:ext cx="940904" cy="1007883"/>
            <a:chOff x="3105189" y="1968542"/>
            <a:chExt cx="940904" cy="1007883"/>
          </a:xfrm>
        </p:grpSpPr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304A46E6-0B75-6BD4-A389-DE8A7771D05F}"/>
                </a:ext>
              </a:extLst>
            </p:cNvPr>
            <p:cNvGrpSpPr/>
            <p:nvPr/>
          </p:nvGrpSpPr>
          <p:grpSpPr>
            <a:xfrm>
              <a:off x="3105189" y="1968542"/>
              <a:ext cx="940904" cy="1007883"/>
              <a:chOff x="2130287" y="4636677"/>
              <a:chExt cx="940904" cy="1007883"/>
            </a:xfrm>
          </p:grpSpPr>
          <p:sp>
            <p:nvSpPr>
              <p:cNvPr id="30" name="Elipse 29">
                <a:extLst>
                  <a:ext uri="{FF2B5EF4-FFF2-40B4-BE49-F238E27FC236}">
                    <a16:creationId xmlns:a16="http://schemas.microsoft.com/office/drawing/2014/main" id="{BFBC23A9-A3EA-DD5E-3D18-DEB457A6A38E}"/>
                  </a:ext>
                </a:extLst>
              </p:cNvPr>
              <p:cNvSpPr/>
              <p:nvPr/>
            </p:nvSpPr>
            <p:spPr>
              <a:xfrm>
                <a:off x="2130287" y="4822926"/>
                <a:ext cx="940904" cy="82163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40</a:t>
                </a:r>
              </a:p>
            </p:txBody>
          </p:sp>
          <p:sp>
            <p:nvSpPr>
              <p:cNvPr id="41" name="Elipse 40">
                <a:extLst>
                  <a:ext uri="{FF2B5EF4-FFF2-40B4-BE49-F238E27FC236}">
                    <a16:creationId xmlns:a16="http://schemas.microsoft.com/office/drawing/2014/main" id="{38492621-2A10-479B-81A5-382B1EFBA237}"/>
                  </a:ext>
                </a:extLst>
              </p:cNvPr>
              <p:cNvSpPr/>
              <p:nvPr/>
            </p:nvSpPr>
            <p:spPr>
              <a:xfrm>
                <a:off x="2144355" y="4636677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4</a:t>
                </a:r>
              </a:p>
            </p:txBody>
          </p:sp>
        </p:grpSp>
        <p:sp>
          <p:nvSpPr>
            <p:cNvPr id="56" name="Elipse 55">
              <a:extLst>
                <a:ext uri="{FF2B5EF4-FFF2-40B4-BE49-F238E27FC236}">
                  <a16:creationId xmlns:a16="http://schemas.microsoft.com/office/drawing/2014/main" id="{E92B9414-BE16-3C99-98D6-6C79799CB89D}"/>
                </a:ext>
              </a:extLst>
            </p:cNvPr>
            <p:cNvSpPr/>
            <p:nvPr/>
          </p:nvSpPr>
          <p:spPr>
            <a:xfrm>
              <a:off x="3667886" y="1968542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84949111-2FB9-7A17-E29C-0CE03D23FA65}"/>
              </a:ext>
            </a:extLst>
          </p:cNvPr>
          <p:cNvCxnSpPr>
            <a:cxnSpLocks/>
            <a:stCxn id="48" idx="4"/>
            <a:endCxn id="22" idx="0"/>
          </p:cNvCxnSpPr>
          <p:nvPr/>
        </p:nvCxnSpPr>
        <p:spPr>
          <a:xfrm flipH="1">
            <a:off x="2928086" y="4035300"/>
            <a:ext cx="1351526" cy="78007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upo 62">
            <a:extLst>
              <a:ext uri="{FF2B5EF4-FFF2-40B4-BE49-F238E27FC236}">
                <a16:creationId xmlns:a16="http://schemas.microsoft.com/office/drawing/2014/main" id="{284C54AC-9982-6663-0215-197A246D5C2E}"/>
              </a:ext>
            </a:extLst>
          </p:cNvPr>
          <p:cNvGrpSpPr/>
          <p:nvPr/>
        </p:nvGrpSpPr>
        <p:grpSpPr>
          <a:xfrm>
            <a:off x="2457634" y="4630711"/>
            <a:ext cx="940904" cy="1006300"/>
            <a:chOff x="1574949" y="5819433"/>
            <a:chExt cx="940904" cy="1006300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45B4C521-27F7-2A62-1087-7231C2B5C17F}"/>
                </a:ext>
              </a:extLst>
            </p:cNvPr>
            <p:cNvSpPr/>
            <p:nvPr/>
          </p:nvSpPr>
          <p:spPr>
            <a:xfrm>
              <a:off x="1574949" y="6004099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38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18B40B47-C928-3611-2052-246C85E5B373}"/>
                </a:ext>
              </a:extLst>
            </p:cNvPr>
            <p:cNvSpPr/>
            <p:nvPr/>
          </p:nvSpPr>
          <p:spPr>
            <a:xfrm>
              <a:off x="1589017" y="5819433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928CDE38-B427-1391-8C55-05C6760480C2}"/>
                </a:ext>
              </a:extLst>
            </p:cNvPr>
            <p:cNvSpPr/>
            <p:nvPr/>
          </p:nvSpPr>
          <p:spPr>
            <a:xfrm>
              <a:off x="2150093" y="5819433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9CE42DDA-0D44-90EC-B070-AB7101A1661F}"/>
              </a:ext>
            </a:extLst>
          </p:cNvPr>
          <p:cNvGrpSpPr/>
          <p:nvPr/>
        </p:nvGrpSpPr>
        <p:grpSpPr>
          <a:xfrm>
            <a:off x="8105110" y="1807317"/>
            <a:ext cx="942536" cy="921945"/>
            <a:chOff x="5625548" y="337012"/>
            <a:chExt cx="942536" cy="921945"/>
          </a:xfrm>
        </p:grpSpPr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7BCDFCDE-F6A9-6FFC-DB3B-098FE0FFB131}"/>
                </a:ext>
              </a:extLst>
            </p:cNvPr>
            <p:cNvSpPr/>
            <p:nvPr/>
          </p:nvSpPr>
          <p:spPr>
            <a:xfrm>
              <a:off x="5625548" y="437323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52</a:t>
              </a: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EE647B6-9F10-7BCB-A0BD-0B3E5A96450B}"/>
                </a:ext>
              </a:extLst>
            </p:cNvPr>
            <p:cNvSpPr/>
            <p:nvPr/>
          </p:nvSpPr>
          <p:spPr>
            <a:xfrm>
              <a:off x="5641248" y="337012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48010865-73A2-13DC-F0A3-D9EC2F59F92B}"/>
                </a:ext>
              </a:extLst>
            </p:cNvPr>
            <p:cNvSpPr/>
            <p:nvPr/>
          </p:nvSpPr>
          <p:spPr>
            <a:xfrm>
              <a:off x="6202324" y="350265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50790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61" idx="4"/>
            <a:endCxn id="31" idx="0"/>
          </p:cNvCxnSpPr>
          <p:nvPr/>
        </p:nvCxnSpPr>
        <p:spPr>
          <a:xfrm flipH="1">
            <a:off x="6693519" y="2729262"/>
            <a:ext cx="1882043" cy="55599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4" idx="4"/>
            <a:endCxn id="48" idx="0"/>
          </p:cNvCxnSpPr>
          <p:nvPr/>
        </p:nvCxnSpPr>
        <p:spPr>
          <a:xfrm>
            <a:off x="3016787" y="2537359"/>
            <a:ext cx="1262825" cy="67630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6693519" y="4106891"/>
            <a:ext cx="968703" cy="708486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473720" y="662609"/>
            <a:ext cx="183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Nuevo 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stCxn id="30" idx="4"/>
            <a:endCxn id="61" idx="0"/>
          </p:cNvCxnSpPr>
          <p:nvPr/>
        </p:nvCxnSpPr>
        <p:spPr>
          <a:xfrm>
            <a:off x="5712390" y="1352623"/>
            <a:ext cx="2863172" cy="55500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8575562" y="2729262"/>
            <a:ext cx="1895491" cy="45572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1612629" y="2537359"/>
            <a:ext cx="1404158" cy="74789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30" idx="4"/>
            <a:endCxn id="4" idx="0"/>
          </p:cNvCxnSpPr>
          <p:nvPr/>
        </p:nvCxnSpPr>
        <p:spPr>
          <a:xfrm flipH="1">
            <a:off x="3016787" y="1352623"/>
            <a:ext cx="2695603" cy="36310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grpSp>
        <p:nvGrpSpPr>
          <p:cNvPr id="66" name="Grupo 65">
            <a:extLst>
              <a:ext uri="{FF2B5EF4-FFF2-40B4-BE49-F238E27FC236}">
                <a16:creationId xmlns:a16="http://schemas.microsoft.com/office/drawing/2014/main" id="{A5CDD6DB-5033-E8A6-B5DE-62E2A81BA9AB}"/>
              </a:ext>
            </a:extLst>
          </p:cNvPr>
          <p:cNvGrpSpPr/>
          <p:nvPr/>
        </p:nvGrpSpPr>
        <p:grpSpPr>
          <a:xfrm>
            <a:off x="10000601" y="3016197"/>
            <a:ext cx="940904" cy="990422"/>
            <a:chOff x="9813293" y="3026748"/>
            <a:chExt cx="940904" cy="990422"/>
          </a:xfrm>
        </p:grpSpPr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E5B7FF71-23D5-F474-A73A-57649B4BA72A}"/>
                </a:ext>
              </a:extLst>
            </p:cNvPr>
            <p:cNvGrpSpPr/>
            <p:nvPr/>
          </p:nvGrpSpPr>
          <p:grpSpPr>
            <a:xfrm>
              <a:off x="9813293" y="3029000"/>
              <a:ext cx="940904" cy="988170"/>
              <a:chOff x="9182797" y="3047130"/>
              <a:chExt cx="940904" cy="988170"/>
            </a:xfrm>
          </p:grpSpPr>
          <p:sp>
            <p:nvSpPr>
              <p:cNvPr id="6" name="Elipse 5">
                <a:extLst>
                  <a:ext uri="{FF2B5EF4-FFF2-40B4-BE49-F238E27FC236}">
                    <a16:creationId xmlns:a16="http://schemas.microsoft.com/office/drawing/2014/main" id="{8069DB84-FD35-C3D0-D1CA-D3104AF028E8}"/>
                  </a:ext>
                </a:extLst>
              </p:cNvPr>
              <p:cNvSpPr/>
              <p:nvPr/>
            </p:nvSpPr>
            <p:spPr>
              <a:xfrm>
                <a:off x="9182797" y="3213666"/>
                <a:ext cx="940904" cy="821634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82</a:t>
                </a:r>
              </a:p>
            </p:txBody>
          </p:sp>
          <p:sp>
            <p:nvSpPr>
              <p:cNvPr id="23" name="Elipse 22">
                <a:extLst>
                  <a:ext uri="{FF2B5EF4-FFF2-40B4-BE49-F238E27FC236}">
                    <a16:creationId xmlns:a16="http://schemas.microsoft.com/office/drawing/2014/main" id="{4672234E-4F5C-8564-F699-A9DFE9DA1C7D}"/>
                  </a:ext>
                </a:extLst>
              </p:cNvPr>
              <p:cNvSpPr/>
              <p:nvPr/>
            </p:nvSpPr>
            <p:spPr>
              <a:xfrm>
                <a:off x="9199261" y="3047130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2</a:t>
                </a:r>
              </a:p>
            </p:txBody>
          </p:sp>
        </p:grp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91B44263-D517-4E6C-07E7-AC613E173CBA}"/>
                </a:ext>
              </a:extLst>
            </p:cNvPr>
            <p:cNvSpPr/>
            <p:nvPr/>
          </p:nvSpPr>
          <p:spPr>
            <a:xfrm>
              <a:off x="10378545" y="3026748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1142177" y="3142076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7191770" y="4672196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6582152" y="574913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9264505" y="4006619"/>
            <a:ext cx="1206548" cy="81630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upo 68">
            <a:extLst>
              <a:ext uri="{FF2B5EF4-FFF2-40B4-BE49-F238E27FC236}">
                <a16:creationId xmlns:a16="http://schemas.microsoft.com/office/drawing/2014/main" id="{2E002A1E-E70A-EB76-539A-F6E98B652F03}"/>
              </a:ext>
            </a:extLst>
          </p:cNvPr>
          <p:cNvGrpSpPr/>
          <p:nvPr/>
        </p:nvGrpSpPr>
        <p:grpSpPr>
          <a:xfrm>
            <a:off x="8794053" y="4638260"/>
            <a:ext cx="940904" cy="1006300"/>
            <a:chOff x="6791742" y="3285819"/>
            <a:chExt cx="940904" cy="1006300"/>
          </a:xfrm>
        </p:grpSpPr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BDBEA863-BBA6-607C-B0E6-AB3EC3215736}"/>
                </a:ext>
              </a:extLst>
            </p:cNvPr>
            <p:cNvSpPr/>
            <p:nvPr/>
          </p:nvSpPr>
          <p:spPr>
            <a:xfrm>
              <a:off x="6791742" y="3470485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72</a:t>
              </a:r>
            </a:p>
          </p:txBody>
        </p:sp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C73F941F-C581-2599-2E0F-7BDA60827874}"/>
                </a:ext>
              </a:extLst>
            </p:cNvPr>
            <p:cNvSpPr/>
            <p:nvPr/>
          </p:nvSpPr>
          <p:spPr>
            <a:xfrm>
              <a:off x="6805810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CD5B4F8F-D195-673E-639C-ADA508F413C3}"/>
                </a:ext>
              </a:extLst>
            </p:cNvPr>
            <p:cNvSpPr/>
            <p:nvPr/>
          </p:nvSpPr>
          <p:spPr>
            <a:xfrm>
              <a:off x="7366886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10471053" y="4006619"/>
            <a:ext cx="1098628" cy="80875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upo 70">
            <a:extLst>
              <a:ext uri="{FF2B5EF4-FFF2-40B4-BE49-F238E27FC236}">
                <a16:creationId xmlns:a16="http://schemas.microsoft.com/office/drawing/2014/main" id="{66DA36B7-7CB6-57C8-7388-584D0C07A655}"/>
              </a:ext>
            </a:extLst>
          </p:cNvPr>
          <p:cNvGrpSpPr/>
          <p:nvPr/>
        </p:nvGrpSpPr>
        <p:grpSpPr>
          <a:xfrm>
            <a:off x="11099229" y="4675713"/>
            <a:ext cx="940904" cy="961298"/>
            <a:chOff x="10250561" y="3285819"/>
            <a:chExt cx="940904" cy="961298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745AA591-E28B-D501-70F3-C2B39CC9C6B4}"/>
                </a:ext>
              </a:extLst>
            </p:cNvPr>
            <p:cNvSpPr/>
            <p:nvPr/>
          </p:nvSpPr>
          <p:spPr>
            <a:xfrm>
              <a:off x="10250561" y="3425483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92</a:t>
              </a:r>
            </a:p>
          </p:txBody>
        </p:sp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F93F5255-4F30-DBC8-FE50-F86EAAFF30F4}"/>
                </a:ext>
              </a:extLst>
            </p:cNvPr>
            <p:cNvSpPr/>
            <p:nvPr/>
          </p:nvSpPr>
          <p:spPr>
            <a:xfrm>
              <a:off x="10264629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EFFC608D-1097-1083-5530-C8F154B201E6}"/>
                </a:ext>
              </a:extLst>
            </p:cNvPr>
            <p:cNvSpPr/>
            <p:nvPr/>
          </p:nvSpPr>
          <p:spPr>
            <a:xfrm>
              <a:off x="10825705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6223067" y="3047579"/>
            <a:ext cx="940904" cy="1059312"/>
            <a:chOff x="253932" y="5798688"/>
            <a:chExt cx="940904" cy="1059312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7" y="5798688"/>
              <a:ext cx="379829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43</a:t>
            </a:r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3809160" y="3029000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65573AA1-E972-7DA8-6AE6-F26EC6B7676F}"/>
              </a:ext>
            </a:extLst>
          </p:cNvPr>
          <p:cNvGrpSpPr/>
          <p:nvPr/>
        </p:nvGrpSpPr>
        <p:grpSpPr>
          <a:xfrm>
            <a:off x="2546335" y="1568928"/>
            <a:ext cx="1129730" cy="968431"/>
            <a:chOff x="1577009" y="3185708"/>
            <a:chExt cx="1129730" cy="968431"/>
          </a:xfrm>
        </p:grpSpPr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44A46A8A-F7F9-64AA-C1B6-C9FE158AF16E}"/>
                </a:ext>
              </a:extLst>
            </p:cNvPr>
            <p:cNvGrpSpPr/>
            <p:nvPr/>
          </p:nvGrpSpPr>
          <p:grpSpPr>
            <a:xfrm>
              <a:off x="1577009" y="3189324"/>
              <a:ext cx="940904" cy="964815"/>
              <a:chOff x="2130287" y="1870286"/>
              <a:chExt cx="940904" cy="964815"/>
            </a:xfrm>
          </p:grpSpPr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95B533E4-7DB6-1E68-FF10-F3C1ABE195AF}"/>
                  </a:ext>
                </a:extLst>
              </p:cNvPr>
              <p:cNvSpPr/>
              <p:nvPr/>
            </p:nvSpPr>
            <p:spPr>
              <a:xfrm>
                <a:off x="2130287" y="2013467"/>
                <a:ext cx="940904" cy="821634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32</a:t>
                </a:r>
              </a:p>
            </p:txBody>
          </p:sp>
          <p:sp>
            <p:nvSpPr>
              <p:cNvPr id="21" name="Elipse 20">
                <a:extLst>
                  <a:ext uri="{FF2B5EF4-FFF2-40B4-BE49-F238E27FC236}">
                    <a16:creationId xmlns:a16="http://schemas.microsoft.com/office/drawing/2014/main" id="{D334ED92-3186-9A75-3558-80400D3CB5AA}"/>
                  </a:ext>
                </a:extLst>
              </p:cNvPr>
              <p:cNvSpPr/>
              <p:nvPr/>
            </p:nvSpPr>
            <p:spPr>
              <a:xfrm>
                <a:off x="2144355" y="1870286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</a:t>
                </a:r>
              </a:p>
            </p:txBody>
          </p:sp>
        </p:grp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3DCDBD2D-7F90-31D3-7A1F-12A3EE9773C7}"/>
                </a:ext>
              </a:extLst>
            </p:cNvPr>
            <p:cNvSpPr/>
            <p:nvPr/>
          </p:nvSpPr>
          <p:spPr>
            <a:xfrm>
              <a:off x="2120937" y="3185708"/>
              <a:ext cx="585802" cy="551077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9F56A8B7-1217-1144-7E2A-6482F599B0C0}"/>
              </a:ext>
            </a:extLst>
          </p:cNvPr>
          <p:cNvGrpSpPr/>
          <p:nvPr/>
        </p:nvGrpSpPr>
        <p:grpSpPr>
          <a:xfrm>
            <a:off x="5241938" y="344740"/>
            <a:ext cx="940904" cy="1007883"/>
            <a:chOff x="3105189" y="1968542"/>
            <a:chExt cx="940904" cy="1007883"/>
          </a:xfrm>
        </p:grpSpPr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304A46E6-0B75-6BD4-A389-DE8A7771D05F}"/>
                </a:ext>
              </a:extLst>
            </p:cNvPr>
            <p:cNvGrpSpPr/>
            <p:nvPr/>
          </p:nvGrpSpPr>
          <p:grpSpPr>
            <a:xfrm>
              <a:off x="3105189" y="1968542"/>
              <a:ext cx="940904" cy="1007883"/>
              <a:chOff x="2130287" y="4636677"/>
              <a:chExt cx="940904" cy="1007883"/>
            </a:xfrm>
          </p:grpSpPr>
          <p:sp>
            <p:nvSpPr>
              <p:cNvPr id="30" name="Elipse 29">
                <a:extLst>
                  <a:ext uri="{FF2B5EF4-FFF2-40B4-BE49-F238E27FC236}">
                    <a16:creationId xmlns:a16="http://schemas.microsoft.com/office/drawing/2014/main" id="{BFBC23A9-A3EA-DD5E-3D18-DEB457A6A38E}"/>
                  </a:ext>
                </a:extLst>
              </p:cNvPr>
              <p:cNvSpPr/>
              <p:nvPr/>
            </p:nvSpPr>
            <p:spPr>
              <a:xfrm>
                <a:off x="2130287" y="4822926"/>
                <a:ext cx="940904" cy="82163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40</a:t>
                </a:r>
              </a:p>
            </p:txBody>
          </p:sp>
          <p:sp>
            <p:nvSpPr>
              <p:cNvPr id="41" name="Elipse 40">
                <a:extLst>
                  <a:ext uri="{FF2B5EF4-FFF2-40B4-BE49-F238E27FC236}">
                    <a16:creationId xmlns:a16="http://schemas.microsoft.com/office/drawing/2014/main" id="{38492621-2A10-479B-81A5-382B1EFBA237}"/>
                  </a:ext>
                </a:extLst>
              </p:cNvPr>
              <p:cNvSpPr/>
              <p:nvPr/>
            </p:nvSpPr>
            <p:spPr>
              <a:xfrm>
                <a:off x="2144355" y="4636677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4</a:t>
                </a:r>
              </a:p>
            </p:txBody>
          </p:sp>
        </p:grpSp>
        <p:sp>
          <p:nvSpPr>
            <p:cNvPr id="56" name="Elipse 55">
              <a:extLst>
                <a:ext uri="{FF2B5EF4-FFF2-40B4-BE49-F238E27FC236}">
                  <a16:creationId xmlns:a16="http://schemas.microsoft.com/office/drawing/2014/main" id="{E92B9414-BE16-3C99-98D6-6C79799CB89D}"/>
                </a:ext>
              </a:extLst>
            </p:cNvPr>
            <p:cNvSpPr/>
            <p:nvPr/>
          </p:nvSpPr>
          <p:spPr>
            <a:xfrm>
              <a:off x="3667886" y="1968542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84949111-2FB9-7A17-E29C-0CE03D23FA65}"/>
              </a:ext>
            </a:extLst>
          </p:cNvPr>
          <p:cNvCxnSpPr>
            <a:cxnSpLocks/>
            <a:stCxn id="48" idx="4"/>
            <a:endCxn id="22" idx="0"/>
          </p:cNvCxnSpPr>
          <p:nvPr/>
        </p:nvCxnSpPr>
        <p:spPr>
          <a:xfrm flipH="1">
            <a:off x="2928086" y="4035300"/>
            <a:ext cx="1351526" cy="78007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upo 62">
            <a:extLst>
              <a:ext uri="{FF2B5EF4-FFF2-40B4-BE49-F238E27FC236}">
                <a16:creationId xmlns:a16="http://schemas.microsoft.com/office/drawing/2014/main" id="{284C54AC-9982-6663-0215-197A246D5C2E}"/>
              </a:ext>
            </a:extLst>
          </p:cNvPr>
          <p:cNvGrpSpPr/>
          <p:nvPr/>
        </p:nvGrpSpPr>
        <p:grpSpPr>
          <a:xfrm>
            <a:off x="2457634" y="4630711"/>
            <a:ext cx="940904" cy="1006300"/>
            <a:chOff x="1574949" y="5819433"/>
            <a:chExt cx="940904" cy="1006300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45B4C521-27F7-2A62-1087-7231C2B5C17F}"/>
                </a:ext>
              </a:extLst>
            </p:cNvPr>
            <p:cNvSpPr/>
            <p:nvPr/>
          </p:nvSpPr>
          <p:spPr>
            <a:xfrm>
              <a:off x="1574949" y="6004099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38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18B40B47-C928-3611-2052-246C85E5B373}"/>
                </a:ext>
              </a:extLst>
            </p:cNvPr>
            <p:cNvSpPr/>
            <p:nvPr/>
          </p:nvSpPr>
          <p:spPr>
            <a:xfrm>
              <a:off x="1589017" y="5819433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928CDE38-B427-1391-8C55-05C6760480C2}"/>
                </a:ext>
              </a:extLst>
            </p:cNvPr>
            <p:cNvSpPr/>
            <p:nvPr/>
          </p:nvSpPr>
          <p:spPr>
            <a:xfrm>
              <a:off x="2150093" y="5819433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9CE42DDA-0D44-90EC-B070-AB7101A1661F}"/>
              </a:ext>
            </a:extLst>
          </p:cNvPr>
          <p:cNvGrpSpPr/>
          <p:nvPr/>
        </p:nvGrpSpPr>
        <p:grpSpPr>
          <a:xfrm>
            <a:off x="8105110" y="1807317"/>
            <a:ext cx="942536" cy="921945"/>
            <a:chOff x="5625548" y="337012"/>
            <a:chExt cx="942536" cy="921945"/>
          </a:xfrm>
        </p:grpSpPr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7BCDFCDE-F6A9-6FFC-DB3B-098FE0FFB131}"/>
                </a:ext>
              </a:extLst>
            </p:cNvPr>
            <p:cNvSpPr/>
            <p:nvPr/>
          </p:nvSpPr>
          <p:spPr>
            <a:xfrm>
              <a:off x="5625548" y="437323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52</a:t>
              </a: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EE647B6-9F10-7BCB-A0BD-0B3E5A96450B}"/>
                </a:ext>
              </a:extLst>
            </p:cNvPr>
            <p:cNvSpPr/>
            <p:nvPr/>
          </p:nvSpPr>
          <p:spPr>
            <a:xfrm>
              <a:off x="5641248" y="337012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48010865-73A2-13DC-F0A3-D9EC2F59F92B}"/>
                </a:ext>
              </a:extLst>
            </p:cNvPr>
            <p:cNvSpPr/>
            <p:nvPr/>
          </p:nvSpPr>
          <p:spPr>
            <a:xfrm>
              <a:off x="6202324" y="350265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0237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61" idx="4"/>
            <a:endCxn id="31" idx="0"/>
          </p:cNvCxnSpPr>
          <p:nvPr/>
        </p:nvCxnSpPr>
        <p:spPr>
          <a:xfrm flipH="1">
            <a:off x="6693519" y="2729262"/>
            <a:ext cx="1882043" cy="55599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4" idx="4"/>
            <a:endCxn id="48" idx="0"/>
          </p:cNvCxnSpPr>
          <p:nvPr/>
        </p:nvCxnSpPr>
        <p:spPr>
          <a:xfrm>
            <a:off x="3016787" y="2537359"/>
            <a:ext cx="1262825" cy="67630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6693519" y="4106891"/>
            <a:ext cx="968703" cy="708486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473720" y="662609"/>
            <a:ext cx="183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Nuevo 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stCxn id="30" idx="4"/>
            <a:endCxn id="61" idx="0"/>
          </p:cNvCxnSpPr>
          <p:nvPr/>
        </p:nvCxnSpPr>
        <p:spPr>
          <a:xfrm>
            <a:off x="5712390" y="1352623"/>
            <a:ext cx="2863172" cy="55500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8575562" y="2729262"/>
            <a:ext cx="1895491" cy="45572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1612629" y="2537359"/>
            <a:ext cx="1404158" cy="74789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30" idx="4"/>
            <a:endCxn id="4" idx="0"/>
          </p:cNvCxnSpPr>
          <p:nvPr/>
        </p:nvCxnSpPr>
        <p:spPr>
          <a:xfrm flipH="1">
            <a:off x="3016787" y="1352623"/>
            <a:ext cx="2695603" cy="36310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grpSp>
        <p:nvGrpSpPr>
          <p:cNvPr id="66" name="Grupo 65">
            <a:extLst>
              <a:ext uri="{FF2B5EF4-FFF2-40B4-BE49-F238E27FC236}">
                <a16:creationId xmlns:a16="http://schemas.microsoft.com/office/drawing/2014/main" id="{A5CDD6DB-5033-E8A6-B5DE-62E2A81BA9AB}"/>
              </a:ext>
            </a:extLst>
          </p:cNvPr>
          <p:cNvGrpSpPr/>
          <p:nvPr/>
        </p:nvGrpSpPr>
        <p:grpSpPr>
          <a:xfrm>
            <a:off x="10000601" y="3016197"/>
            <a:ext cx="940904" cy="990422"/>
            <a:chOff x="9813293" y="3026748"/>
            <a:chExt cx="940904" cy="990422"/>
          </a:xfrm>
        </p:grpSpPr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E5B7FF71-23D5-F474-A73A-57649B4BA72A}"/>
                </a:ext>
              </a:extLst>
            </p:cNvPr>
            <p:cNvGrpSpPr/>
            <p:nvPr/>
          </p:nvGrpSpPr>
          <p:grpSpPr>
            <a:xfrm>
              <a:off x="9813293" y="3029000"/>
              <a:ext cx="940904" cy="988170"/>
              <a:chOff x="9182797" y="3047130"/>
              <a:chExt cx="940904" cy="988170"/>
            </a:xfrm>
          </p:grpSpPr>
          <p:sp>
            <p:nvSpPr>
              <p:cNvPr id="6" name="Elipse 5">
                <a:extLst>
                  <a:ext uri="{FF2B5EF4-FFF2-40B4-BE49-F238E27FC236}">
                    <a16:creationId xmlns:a16="http://schemas.microsoft.com/office/drawing/2014/main" id="{8069DB84-FD35-C3D0-D1CA-D3104AF028E8}"/>
                  </a:ext>
                </a:extLst>
              </p:cNvPr>
              <p:cNvSpPr/>
              <p:nvPr/>
            </p:nvSpPr>
            <p:spPr>
              <a:xfrm>
                <a:off x="9182797" y="3213666"/>
                <a:ext cx="940904" cy="821634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82</a:t>
                </a:r>
              </a:p>
            </p:txBody>
          </p:sp>
          <p:sp>
            <p:nvSpPr>
              <p:cNvPr id="23" name="Elipse 22">
                <a:extLst>
                  <a:ext uri="{FF2B5EF4-FFF2-40B4-BE49-F238E27FC236}">
                    <a16:creationId xmlns:a16="http://schemas.microsoft.com/office/drawing/2014/main" id="{4672234E-4F5C-8564-F699-A9DFE9DA1C7D}"/>
                  </a:ext>
                </a:extLst>
              </p:cNvPr>
              <p:cNvSpPr/>
              <p:nvPr/>
            </p:nvSpPr>
            <p:spPr>
              <a:xfrm>
                <a:off x="9199261" y="3047130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2</a:t>
                </a:r>
              </a:p>
            </p:txBody>
          </p:sp>
        </p:grp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91B44263-D517-4E6C-07E7-AC613E173CBA}"/>
                </a:ext>
              </a:extLst>
            </p:cNvPr>
            <p:cNvSpPr/>
            <p:nvPr/>
          </p:nvSpPr>
          <p:spPr>
            <a:xfrm>
              <a:off x="10378545" y="3026748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1142177" y="3142076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7191770" y="4672196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6582152" y="574913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9264505" y="4006619"/>
            <a:ext cx="1206548" cy="81630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upo 68">
            <a:extLst>
              <a:ext uri="{FF2B5EF4-FFF2-40B4-BE49-F238E27FC236}">
                <a16:creationId xmlns:a16="http://schemas.microsoft.com/office/drawing/2014/main" id="{2E002A1E-E70A-EB76-539A-F6E98B652F03}"/>
              </a:ext>
            </a:extLst>
          </p:cNvPr>
          <p:cNvGrpSpPr/>
          <p:nvPr/>
        </p:nvGrpSpPr>
        <p:grpSpPr>
          <a:xfrm>
            <a:off x="8794053" y="4638260"/>
            <a:ext cx="940904" cy="1006300"/>
            <a:chOff x="6791742" y="3285819"/>
            <a:chExt cx="940904" cy="1006300"/>
          </a:xfrm>
        </p:grpSpPr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BDBEA863-BBA6-607C-B0E6-AB3EC3215736}"/>
                </a:ext>
              </a:extLst>
            </p:cNvPr>
            <p:cNvSpPr/>
            <p:nvPr/>
          </p:nvSpPr>
          <p:spPr>
            <a:xfrm>
              <a:off x="6791742" y="3470485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72</a:t>
              </a:r>
            </a:p>
          </p:txBody>
        </p:sp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C73F941F-C581-2599-2E0F-7BDA60827874}"/>
                </a:ext>
              </a:extLst>
            </p:cNvPr>
            <p:cNvSpPr/>
            <p:nvPr/>
          </p:nvSpPr>
          <p:spPr>
            <a:xfrm>
              <a:off x="6805810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CD5B4F8F-D195-673E-639C-ADA508F413C3}"/>
                </a:ext>
              </a:extLst>
            </p:cNvPr>
            <p:cNvSpPr/>
            <p:nvPr/>
          </p:nvSpPr>
          <p:spPr>
            <a:xfrm>
              <a:off x="7366886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10471053" y="4006619"/>
            <a:ext cx="1098628" cy="80875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upo 70">
            <a:extLst>
              <a:ext uri="{FF2B5EF4-FFF2-40B4-BE49-F238E27FC236}">
                <a16:creationId xmlns:a16="http://schemas.microsoft.com/office/drawing/2014/main" id="{66DA36B7-7CB6-57C8-7388-584D0C07A655}"/>
              </a:ext>
            </a:extLst>
          </p:cNvPr>
          <p:cNvGrpSpPr/>
          <p:nvPr/>
        </p:nvGrpSpPr>
        <p:grpSpPr>
          <a:xfrm>
            <a:off x="11099229" y="4675713"/>
            <a:ext cx="940904" cy="961298"/>
            <a:chOff x="10250561" y="3285819"/>
            <a:chExt cx="940904" cy="961298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745AA591-E28B-D501-70F3-C2B39CC9C6B4}"/>
                </a:ext>
              </a:extLst>
            </p:cNvPr>
            <p:cNvSpPr/>
            <p:nvPr/>
          </p:nvSpPr>
          <p:spPr>
            <a:xfrm>
              <a:off x="10250561" y="3425483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92</a:t>
              </a:r>
            </a:p>
          </p:txBody>
        </p:sp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F93F5255-4F30-DBC8-FE50-F86EAAFF30F4}"/>
                </a:ext>
              </a:extLst>
            </p:cNvPr>
            <p:cNvSpPr/>
            <p:nvPr/>
          </p:nvSpPr>
          <p:spPr>
            <a:xfrm>
              <a:off x="10264629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EFFC608D-1097-1083-5530-C8F154B201E6}"/>
                </a:ext>
              </a:extLst>
            </p:cNvPr>
            <p:cNvSpPr/>
            <p:nvPr/>
          </p:nvSpPr>
          <p:spPr>
            <a:xfrm>
              <a:off x="10825705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6223067" y="3047579"/>
            <a:ext cx="940904" cy="1059312"/>
            <a:chOff x="253932" y="5798688"/>
            <a:chExt cx="940904" cy="1059312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7" y="5798688"/>
              <a:ext cx="379829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3809160" y="3029000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65573AA1-E972-7DA8-6AE6-F26EC6B7676F}"/>
              </a:ext>
            </a:extLst>
          </p:cNvPr>
          <p:cNvGrpSpPr/>
          <p:nvPr/>
        </p:nvGrpSpPr>
        <p:grpSpPr>
          <a:xfrm>
            <a:off x="2546335" y="1568928"/>
            <a:ext cx="1129730" cy="968431"/>
            <a:chOff x="1577009" y="3185708"/>
            <a:chExt cx="1129730" cy="968431"/>
          </a:xfrm>
        </p:grpSpPr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44A46A8A-F7F9-64AA-C1B6-C9FE158AF16E}"/>
                </a:ext>
              </a:extLst>
            </p:cNvPr>
            <p:cNvGrpSpPr/>
            <p:nvPr/>
          </p:nvGrpSpPr>
          <p:grpSpPr>
            <a:xfrm>
              <a:off x="1577009" y="3189324"/>
              <a:ext cx="940904" cy="964815"/>
              <a:chOff x="2130287" y="1870286"/>
              <a:chExt cx="940904" cy="964815"/>
            </a:xfrm>
          </p:grpSpPr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95B533E4-7DB6-1E68-FF10-F3C1ABE195AF}"/>
                  </a:ext>
                </a:extLst>
              </p:cNvPr>
              <p:cNvSpPr/>
              <p:nvPr/>
            </p:nvSpPr>
            <p:spPr>
              <a:xfrm>
                <a:off x="2130287" y="2013467"/>
                <a:ext cx="940904" cy="821634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32</a:t>
                </a:r>
              </a:p>
            </p:txBody>
          </p:sp>
          <p:sp>
            <p:nvSpPr>
              <p:cNvPr id="21" name="Elipse 20">
                <a:extLst>
                  <a:ext uri="{FF2B5EF4-FFF2-40B4-BE49-F238E27FC236}">
                    <a16:creationId xmlns:a16="http://schemas.microsoft.com/office/drawing/2014/main" id="{D334ED92-3186-9A75-3558-80400D3CB5AA}"/>
                  </a:ext>
                </a:extLst>
              </p:cNvPr>
              <p:cNvSpPr/>
              <p:nvPr/>
            </p:nvSpPr>
            <p:spPr>
              <a:xfrm>
                <a:off x="2144355" y="1870286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</a:t>
                </a:r>
              </a:p>
            </p:txBody>
          </p:sp>
        </p:grp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3DCDBD2D-7F90-31D3-7A1F-12A3EE9773C7}"/>
                </a:ext>
              </a:extLst>
            </p:cNvPr>
            <p:cNvSpPr/>
            <p:nvPr/>
          </p:nvSpPr>
          <p:spPr>
            <a:xfrm>
              <a:off x="2120937" y="3185708"/>
              <a:ext cx="585802" cy="551077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9F56A8B7-1217-1144-7E2A-6482F599B0C0}"/>
              </a:ext>
            </a:extLst>
          </p:cNvPr>
          <p:cNvGrpSpPr/>
          <p:nvPr/>
        </p:nvGrpSpPr>
        <p:grpSpPr>
          <a:xfrm>
            <a:off x="5241938" y="344740"/>
            <a:ext cx="940904" cy="1007883"/>
            <a:chOff x="3105189" y="1968542"/>
            <a:chExt cx="940904" cy="1007883"/>
          </a:xfrm>
        </p:grpSpPr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304A46E6-0B75-6BD4-A389-DE8A7771D05F}"/>
                </a:ext>
              </a:extLst>
            </p:cNvPr>
            <p:cNvGrpSpPr/>
            <p:nvPr/>
          </p:nvGrpSpPr>
          <p:grpSpPr>
            <a:xfrm>
              <a:off x="3105189" y="1968542"/>
              <a:ext cx="940904" cy="1007883"/>
              <a:chOff x="2130287" y="4636677"/>
              <a:chExt cx="940904" cy="1007883"/>
            </a:xfrm>
          </p:grpSpPr>
          <p:sp>
            <p:nvSpPr>
              <p:cNvPr id="30" name="Elipse 29">
                <a:extLst>
                  <a:ext uri="{FF2B5EF4-FFF2-40B4-BE49-F238E27FC236}">
                    <a16:creationId xmlns:a16="http://schemas.microsoft.com/office/drawing/2014/main" id="{BFBC23A9-A3EA-DD5E-3D18-DEB457A6A38E}"/>
                  </a:ext>
                </a:extLst>
              </p:cNvPr>
              <p:cNvSpPr/>
              <p:nvPr/>
            </p:nvSpPr>
            <p:spPr>
              <a:xfrm>
                <a:off x="2130287" y="4822926"/>
                <a:ext cx="940904" cy="82163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40</a:t>
                </a:r>
              </a:p>
            </p:txBody>
          </p:sp>
          <p:sp>
            <p:nvSpPr>
              <p:cNvPr id="41" name="Elipse 40">
                <a:extLst>
                  <a:ext uri="{FF2B5EF4-FFF2-40B4-BE49-F238E27FC236}">
                    <a16:creationId xmlns:a16="http://schemas.microsoft.com/office/drawing/2014/main" id="{38492621-2A10-479B-81A5-382B1EFBA237}"/>
                  </a:ext>
                </a:extLst>
              </p:cNvPr>
              <p:cNvSpPr/>
              <p:nvPr/>
            </p:nvSpPr>
            <p:spPr>
              <a:xfrm>
                <a:off x="2144355" y="4636677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4</a:t>
                </a:r>
              </a:p>
            </p:txBody>
          </p:sp>
        </p:grpSp>
        <p:sp>
          <p:nvSpPr>
            <p:cNvPr id="56" name="Elipse 55">
              <a:extLst>
                <a:ext uri="{FF2B5EF4-FFF2-40B4-BE49-F238E27FC236}">
                  <a16:creationId xmlns:a16="http://schemas.microsoft.com/office/drawing/2014/main" id="{E92B9414-BE16-3C99-98D6-6C79799CB89D}"/>
                </a:ext>
              </a:extLst>
            </p:cNvPr>
            <p:cNvSpPr/>
            <p:nvPr/>
          </p:nvSpPr>
          <p:spPr>
            <a:xfrm>
              <a:off x="3667886" y="1968542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84949111-2FB9-7A17-E29C-0CE03D23FA65}"/>
              </a:ext>
            </a:extLst>
          </p:cNvPr>
          <p:cNvCxnSpPr>
            <a:cxnSpLocks/>
            <a:stCxn id="48" idx="4"/>
            <a:endCxn id="22" idx="0"/>
          </p:cNvCxnSpPr>
          <p:nvPr/>
        </p:nvCxnSpPr>
        <p:spPr>
          <a:xfrm flipH="1">
            <a:off x="2928086" y="4035300"/>
            <a:ext cx="1351526" cy="78007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upo 62">
            <a:extLst>
              <a:ext uri="{FF2B5EF4-FFF2-40B4-BE49-F238E27FC236}">
                <a16:creationId xmlns:a16="http://schemas.microsoft.com/office/drawing/2014/main" id="{284C54AC-9982-6663-0215-197A246D5C2E}"/>
              </a:ext>
            </a:extLst>
          </p:cNvPr>
          <p:cNvGrpSpPr/>
          <p:nvPr/>
        </p:nvGrpSpPr>
        <p:grpSpPr>
          <a:xfrm>
            <a:off x="2457634" y="4630711"/>
            <a:ext cx="940904" cy="1006300"/>
            <a:chOff x="1574949" y="5819433"/>
            <a:chExt cx="940904" cy="1006300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45B4C521-27F7-2A62-1087-7231C2B5C17F}"/>
                </a:ext>
              </a:extLst>
            </p:cNvPr>
            <p:cNvSpPr/>
            <p:nvPr/>
          </p:nvSpPr>
          <p:spPr>
            <a:xfrm>
              <a:off x="1574949" y="6004099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38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18B40B47-C928-3611-2052-246C85E5B373}"/>
                </a:ext>
              </a:extLst>
            </p:cNvPr>
            <p:cNvSpPr/>
            <p:nvPr/>
          </p:nvSpPr>
          <p:spPr>
            <a:xfrm>
              <a:off x="1589017" y="5819433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928CDE38-B427-1391-8C55-05C6760480C2}"/>
                </a:ext>
              </a:extLst>
            </p:cNvPr>
            <p:cNvSpPr/>
            <p:nvPr/>
          </p:nvSpPr>
          <p:spPr>
            <a:xfrm>
              <a:off x="2150093" y="5819433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9CE42DDA-0D44-90EC-B070-AB7101A1661F}"/>
              </a:ext>
            </a:extLst>
          </p:cNvPr>
          <p:cNvGrpSpPr/>
          <p:nvPr/>
        </p:nvGrpSpPr>
        <p:grpSpPr>
          <a:xfrm>
            <a:off x="8105110" y="1807317"/>
            <a:ext cx="942536" cy="921945"/>
            <a:chOff x="5625548" y="337012"/>
            <a:chExt cx="942536" cy="921945"/>
          </a:xfrm>
        </p:grpSpPr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7BCDFCDE-F6A9-6FFC-DB3B-098FE0FFB131}"/>
                </a:ext>
              </a:extLst>
            </p:cNvPr>
            <p:cNvSpPr/>
            <p:nvPr/>
          </p:nvSpPr>
          <p:spPr>
            <a:xfrm>
              <a:off x="5625548" y="437323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52</a:t>
              </a: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EE647B6-9F10-7BCB-A0BD-0B3E5A96450B}"/>
                </a:ext>
              </a:extLst>
            </p:cNvPr>
            <p:cNvSpPr/>
            <p:nvPr/>
          </p:nvSpPr>
          <p:spPr>
            <a:xfrm>
              <a:off x="5641248" y="337012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48010865-73A2-13DC-F0A3-D9EC2F59F92B}"/>
                </a:ext>
              </a:extLst>
            </p:cNvPr>
            <p:cNvSpPr/>
            <p:nvPr/>
          </p:nvSpPr>
          <p:spPr>
            <a:xfrm>
              <a:off x="6202324" y="350265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54" name="Elipse 53">
            <a:extLst>
              <a:ext uri="{FF2B5EF4-FFF2-40B4-BE49-F238E27FC236}">
                <a16:creationId xmlns:a16="http://schemas.microsoft.com/office/drawing/2014/main" id="{CB65A801-65FB-3EFD-F24E-DF818932933D}"/>
              </a:ext>
            </a:extLst>
          </p:cNvPr>
          <p:cNvSpPr/>
          <p:nvPr/>
        </p:nvSpPr>
        <p:spPr>
          <a:xfrm>
            <a:off x="5256006" y="1355015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3077241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61" idx="4"/>
            <a:endCxn id="31" idx="0"/>
          </p:cNvCxnSpPr>
          <p:nvPr/>
        </p:nvCxnSpPr>
        <p:spPr>
          <a:xfrm flipH="1">
            <a:off x="6693519" y="2729262"/>
            <a:ext cx="1882043" cy="55599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4" idx="4"/>
            <a:endCxn id="48" idx="0"/>
          </p:cNvCxnSpPr>
          <p:nvPr/>
        </p:nvCxnSpPr>
        <p:spPr>
          <a:xfrm>
            <a:off x="3016787" y="2537359"/>
            <a:ext cx="1262825" cy="67630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6693519" y="4106891"/>
            <a:ext cx="968703" cy="708486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473720" y="662609"/>
            <a:ext cx="183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Nuevo 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stCxn id="30" idx="4"/>
            <a:endCxn id="61" idx="0"/>
          </p:cNvCxnSpPr>
          <p:nvPr/>
        </p:nvCxnSpPr>
        <p:spPr>
          <a:xfrm>
            <a:off x="5712390" y="1352623"/>
            <a:ext cx="2863172" cy="55500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8575562" y="2729262"/>
            <a:ext cx="1895491" cy="45572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1612629" y="2537359"/>
            <a:ext cx="1404158" cy="74789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30" idx="4"/>
            <a:endCxn id="4" idx="0"/>
          </p:cNvCxnSpPr>
          <p:nvPr/>
        </p:nvCxnSpPr>
        <p:spPr>
          <a:xfrm flipH="1">
            <a:off x="3016787" y="1352623"/>
            <a:ext cx="2695603" cy="36310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grpSp>
        <p:nvGrpSpPr>
          <p:cNvPr id="66" name="Grupo 65">
            <a:extLst>
              <a:ext uri="{FF2B5EF4-FFF2-40B4-BE49-F238E27FC236}">
                <a16:creationId xmlns:a16="http://schemas.microsoft.com/office/drawing/2014/main" id="{A5CDD6DB-5033-E8A6-B5DE-62E2A81BA9AB}"/>
              </a:ext>
            </a:extLst>
          </p:cNvPr>
          <p:cNvGrpSpPr/>
          <p:nvPr/>
        </p:nvGrpSpPr>
        <p:grpSpPr>
          <a:xfrm>
            <a:off x="10000601" y="3016197"/>
            <a:ext cx="940904" cy="990422"/>
            <a:chOff x="9813293" y="3026748"/>
            <a:chExt cx="940904" cy="990422"/>
          </a:xfrm>
        </p:grpSpPr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E5B7FF71-23D5-F474-A73A-57649B4BA72A}"/>
                </a:ext>
              </a:extLst>
            </p:cNvPr>
            <p:cNvGrpSpPr/>
            <p:nvPr/>
          </p:nvGrpSpPr>
          <p:grpSpPr>
            <a:xfrm>
              <a:off x="9813293" y="3029000"/>
              <a:ext cx="940904" cy="988170"/>
              <a:chOff x="9182797" y="3047130"/>
              <a:chExt cx="940904" cy="988170"/>
            </a:xfrm>
          </p:grpSpPr>
          <p:sp>
            <p:nvSpPr>
              <p:cNvPr id="6" name="Elipse 5">
                <a:extLst>
                  <a:ext uri="{FF2B5EF4-FFF2-40B4-BE49-F238E27FC236}">
                    <a16:creationId xmlns:a16="http://schemas.microsoft.com/office/drawing/2014/main" id="{8069DB84-FD35-C3D0-D1CA-D3104AF028E8}"/>
                  </a:ext>
                </a:extLst>
              </p:cNvPr>
              <p:cNvSpPr/>
              <p:nvPr/>
            </p:nvSpPr>
            <p:spPr>
              <a:xfrm>
                <a:off x="9182797" y="3213666"/>
                <a:ext cx="940904" cy="821634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82</a:t>
                </a:r>
              </a:p>
            </p:txBody>
          </p:sp>
          <p:sp>
            <p:nvSpPr>
              <p:cNvPr id="23" name="Elipse 22">
                <a:extLst>
                  <a:ext uri="{FF2B5EF4-FFF2-40B4-BE49-F238E27FC236}">
                    <a16:creationId xmlns:a16="http://schemas.microsoft.com/office/drawing/2014/main" id="{4672234E-4F5C-8564-F699-A9DFE9DA1C7D}"/>
                  </a:ext>
                </a:extLst>
              </p:cNvPr>
              <p:cNvSpPr/>
              <p:nvPr/>
            </p:nvSpPr>
            <p:spPr>
              <a:xfrm>
                <a:off x="9199261" y="3047130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2</a:t>
                </a:r>
              </a:p>
            </p:txBody>
          </p:sp>
        </p:grp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91B44263-D517-4E6C-07E7-AC613E173CBA}"/>
                </a:ext>
              </a:extLst>
            </p:cNvPr>
            <p:cNvSpPr/>
            <p:nvPr/>
          </p:nvSpPr>
          <p:spPr>
            <a:xfrm>
              <a:off x="10378545" y="3026748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1142177" y="3142076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7191770" y="4672196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6582152" y="574913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9264505" y="4006619"/>
            <a:ext cx="1206548" cy="81630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upo 68">
            <a:extLst>
              <a:ext uri="{FF2B5EF4-FFF2-40B4-BE49-F238E27FC236}">
                <a16:creationId xmlns:a16="http://schemas.microsoft.com/office/drawing/2014/main" id="{2E002A1E-E70A-EB76-539A-F6E98B652F03}"/>
              </a:ext>
            </a:extLst>
          </p:cNvPr>
          <p:cNvGrpSpPr/>
          <p:nvPr/>
        </p:nvGrpSpPr>
        <p:grpSpPr>
          <a:xfrm>
            <a:off x="8794053" y="4638260"/>
            <a:ext cx="940904" cy="1006300"/>
            <a:chOff x="6791742" y="3285819"/>
            <a:chExt cx="940904" cy="1006300"/>
          </a:xfrm>
        </p:grpSpPr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BDBEA863-BBA6-607C-B0E6-AB3EC3215736}"/>
                </a:ext>
              </a:extLst>
            </p:cNvPr>
            <p:cNvSpPr/>
            <p:nvPr/>
          </p:nvSpPr>
          <p:spPr>
            <a:xfrm>
              <a:off x="6791742" y="3470485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72</a:t>
              </a:r>
            </a:p>
          </p:txBody>
        </p:sp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C73F941F-C581-2599-2E0F-7BDA60827874}"/>
                </a:ext>
              </a:extLst>
            </p:cNvPr>
            <p:cNvSpPr/>
            <p:nvPr/>
          </p:nvSpPr>
          <p:spPr>
            <a:xfrm>
              <a:off x="6805810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CD5B4F8F-D195-673E-639C-ADA508F413C3}"/>
                </a:ext>
              </a:extLst>
            </p:cNvPr>
            <p:cNvSpPr/>
            <p:nvPr/>
          </p:nvSpPr>
          <p:spPr>
            <a:xfrm>
              <a:off x="7366886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10471053" y="4006619"/>
            <a:ext cx="1098628" cy="80875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upo 70">
            <a:extLst>
              <a:ext uri="{FF2B5EF4-FFF2-40B4-BE49-F238E27FC236}">
                <a16:creationId xmlns:a16="http://schemas.microsoft.com/office/drawing/2014/main" id="{66DA36B7-7CB6-57C8-7388-584D0C07A655}"/>
              </a:ext>
            </a:extLst>
          </p:cNvPr>
          <p:cNvGrpSpPr/>
          <p:nvPr/>
        </p:nvGrpSpPr>
        <p:grpSpPr>
          <a:xfrm>
            <a:off x="11099229" y="4675713"/>
            <a:ext cx="940904" cy="961298"/>
            <a:chOff x="10250561" y="3285819"/>
            <a:chExt cx="940904" cy="961298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745AA591-E28B-D501-70F3-C2B39CC9C6B4}"/>
                </a:ext>
              </a:extLst>
            </p:cNvPr>
            <p:cNvSpPr/>
            <p:nvPr/>
          </p:nvSpPr>
          <p:spPr>
            <a:xfrm>
              <a:off x="10250561" y="3425483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92</a:t>
              </a:r>
            </a:p>
          </p:txBody>
        </p:sp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F93F5255-4F30-DBC8-FE50-F86EAAFF30F4}"/>
                </a:ext>
              </a:extLst>
            </p:cNvPr>
            <p:cNvSpPr/>
            <p:nvPr/>
          </p:nvSpPr>
          <p:spPr>
            <a:xfrm>
              <a:off x="10264629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EFFC608D-1097-1083-5530-C8F154B201E6}"/>
                </a:ext>
              </a:extLst>
            </p:cNvPr>
            <p:cNvSpPr/>
            <p:nvPr/>
          </p:nvSpPr>
          <p:spPr>
            <a:xfrm>
              <a:off x="10825705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6223067" y="3047579"/>
            <a:ext cx="940904" cy="1059312"/>
            <a:chOff x="253932" y="5798688"/>
            <a:chExt cx="940904" cy="1059312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7" y="5798688"/>
              <a:ext cx="379829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3809160" y="3029000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65573AA1-E972-7DA8-6AE6-F26EC6B7676F}"/>
              </a:ext>
            </a:extLst>
          </p:cNvPr>
          <p:cNvGrpSpPr/>
          <p:nvPr/>
        </p:nvGrpSpPr>
        <p:grpSpPr>
          <a:xfrm>
            <a:off x="2546335" y="1568928"/>
            <a:ext cx="1129730" cy="968431"/>
            <a:chOff x="1577009" y="3185708"/>
            <a:chExt cx="1129730" cy="968431"/>
          </a:xfrm>
        </p:grpSpPr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44A46A8A-F7F9-64AA-C1B6-C9FE158AF16E}"/>
                </a:ext>
              </a:extLst>
            </p:cNvPr>
            <p:cNvGrpSpPr/>
            <p:nvPr/>
          </p:nvGrpSpPr>
          <p:grpSpPr>
            <a:xfrm>
              <a:off x="1577009" y="3189324"/>
              <a:ext cx="940904" cy="964815"/>
              <a:chOff x="2130287" y="1870286"/>
              <a:chExt cx="940904" cy="964815"/>
            </a:xfrm>
          </p:grpSpPr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95B533E4-7DB6-1E68-FF10-F3C1ABE195AF}"/>
                  </a:ext>
                </a:extLst>
              </p:cNvPr>
              <p:cNvSpPr/>
              <p:nvPr/>
            </p:nvSpPr>
            <p:spPr>
              <a:xfrm>
                <a:off x="2130287" y="2013467"/>
                <a:ext cx="940904" cy="821634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32</a:t>
                </a:r>
              </a:p>
            </p:txBody>
          </p:sp>
          <p:sp>
            <p:nvSpPr>
              <p:cNvPr id="21" name="Elipse 20">
                <a:extLst>
                  <a:ext uri="{FF2B5EF4-FFF2-40B4-BE49-F238E27FC236}">
                    <a16:creationId xmlns:a16="http://schemas.microsoft.com/office/drawing/2014/main" id="{D334ED92-3186-9A75-3558-80400D3CB5AA}"/>
                  </a:ext>
                </a:extLst>
              </p:cNvPr>
              <p:cNvSpPr/>
              <p:nvPr/>
            </p:nvSpPr>
            <p:spPr>
              <a:xfrm>
                <a:off x="2144355" y="1870286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</a:t>
                </a:r>
              </a:p>
            </p:txBody>
          </p:sp>
        </p:grp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3DCDBD2D-7F90-31D3-7A1F-12A3EE9773C7}"/>
                </a:ext>
              </a:extLst>
            </p:cNvPr>
            <p:cNvSpPr/>
            <p:nvPr/>
          </p:nvSpPr>
          <p:spPr>
            <a:xfrm>
              <a:off x="2120937" y="3185708"/>
              <a:ext cx="585802" cy="551077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9F56A8B7-1217-1144-7E2A-6482F599B0C0}"/>
              </a:ext>
            </a:extLst>
          </p:cNvPr>
          <p:cNvGrpSpPr/>
          <p:nvPr/>
        </p:nvGrpSpPr>
        <p:grpSpPr>
          <a:xfrm>
            <a:off x="5241938" y="344740"/>
            <a:ext cx="940904" cy="1007883"/>
            <a:chOff x="3105189" y="1968542"/>
            <a:chExt cx="940904" cy="1007883"/>
          </a:xfrm>
        </p:grpSpPr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304A46E6-0B75-6BD4-A389-DE8A7771D05F}"/>
                </a:ext>
              </a:extLst>
            </p:cNvPr>
            <p:cNvGrpSpPr/>
            <p:nvPr/>
          </p:nvGrpSpPr>
          <p:grpSpPr>
            <a:xfrm>
              <a:off x="3105189" y="1968542"/>
              <a:ext cx="940904" cy="1007883"/>
              <a:chOff x="2130287" y="4636677"/>
              <a:chExt cx="940904" cy="1007883"/>
            </a:xfrm>
          </p:grpSpPr>
          <p:sp>
            <p:nvSpPr>
              <p:cNvPr id="30" name="Elipse 29">
                <a:extLst>
                  <a:ext uri="{FF2B5EF4-FFF2-40B4-BE49-F238E27FC236}">
                    <a16:creationId xmlns:a16="http://schemas.microsoft.com/office/drawing/2014/main" id="{BFBC23A9-A3EA-DD5E-3D18-DEB457A6A38E}"/>
                  </a:ext>
                </a:extLst>
              </p:cNvPr>
              <p:cNvSpPr/>
              <p:nvPr/>
            </p:nvSpPr>
            <p:spPr>
              <a:xfrm>
                <a:off x="2130287" y="4822926"/>
                <a:ext cx="940904" cy="82163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40</a:t>
                </a:r>
              </a:p>
            </p:txBody>
          </p:sp>
          <p:sp>
            <p:nvSpPr>
              <p:cNvPr id="41" name="Elipse 40">
                <a:extLst>
                  <a:ext uri="{FF2B5EF4-FFF2-40B4-BE49-F238E27FC236}">
                    <a16:creationId xmlns:a16="http://schemas.microsoft.com/office/drawing/2014/main" id="{38492621-2A10-479B-81A5-382B1EFBA237}"/>
                  </a:ext>
                </a:extLst>
              </p:cNvPr>
              <p:cNvSpPr/>
              <p:nvPr/>
            </p:nvSpPr>
            <p:spPr>
              <a:xfrm>
                <a:off x="2144355" y="4636677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4</a:t>
                </a:r>
              </a:p>
            </p:txBody>
          </p:sp>
        </p:grpSp>
        <p:sp>
          <p:nvSpPr>
            <p:cNvPr id="56" name="Elipse 55">
              <a:extLst>
                <a:ext uri="{FF2B5EF4-FFF2-40B4-BE49-F238E27FC236}">
                  <a16:creationId xmlns:a16="http://schemas.microsoft.com/office/drawing/2014/main" id="{E92B9414-BE16-3C99-98D6-6C79799CB89D}"/>
                </a:ext>
              </a:extLst>
            </p:cNvPr>
            <p:cNvSpPr/>
            <p:nvPr/>
          </p:nvSpPr>
          <p:spPr>
            <a:xfrm>
              <a:off x="3667886" y="1968542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84949111-2FB9-7A17-E29C-0CE03D23FA65}"/>
              </a:ext>
            </a:extLst>
          </p:cNvPr>
          <p:cNvCxnSpPr>
            <a:cxnSpLocks/>
            <a:stCxn id="48" idx="4"/>
            <a:endCxn id="22" idx="0"/>
          </p:cNvCxnSpPr>
          <p:nvPr/>
        </p:nvCxnSpPr>
        <p:spPr>
          <a:xfrm flipH="1">
            <a:off x="2928086" y="4035300"/>
            <a:ext cx="1351526" cy="78007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upo 62">
            <a:extLst>
              <a:ext uri="{FF2B5EF4-FFF2-40B4-BE49-F238E27FC236}">
                <a16:creationId xmlns:a16="http://schemas.microsoft.com/office/drawing/2014/main" id="{284C54AC-9982-6663-0215-197A246D5C2E}"/>
              </a:ext>
            </a:extLst>
          </p:cNvPr>
          <p:cNvGrpSpPr/>
          <p:nvPr/>
        </p:nvGrpSpPr>
        <p:grpSpPr>
          <a:xfrm>
            <a:off x="2457634" y="4630711"/>
            <a:ext cx="940904" cy="1006300"/>
            <a:chOff x="1574949" y="5819433"/>
            <a:chExt cx="940904" cy="1006300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45B4C521-27F7-2A62-1087-7231C2B5C17F}"/>
                </a:ext>
              </a:extLst>
            </p:cNvPr>
            <p:cNvSpPr/>
            <p:nvPr/>
          </p:nvSpPr>
          <p:spPr>
            <a:xfrm>
              <a:off x="1574949" y="6004099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38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18B40B47-C928-3611-2052-246C85E5B373}"/>
                </a:ext>
              </a:extLst>
            </p:cNvPr>
            <p:cNvSpPr/>
            <p:nvPr/>
          </p:nvSpPr>
          <p:spPr>
            <a:xfrm>
              <a:off x="1589017" y="5819433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928CDE38-B427-1391-8C55-05C6760480C2}"/>
                </a:ext>
              </a:extLst>
            </p:cNvPr>
            <p:cNvSpPr/>
            <p:nvPr/>
          </p:nvSpPr>
          <p:spPr>
            <a:xfrm>
              <a:off x="2150093" y="5819433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9CE42DDA-0D44-90EC-B070-AB7101A1661F}"/>
              </a:ext>
            </a:extLst>
          </p:cNvPr>
          <p:cNvGrpSpPr/>
          <p:nvPr/>
        </p:nvGrpSpPr>
        <p:grpSpPr>
          <a:xfrm>
            <a:off x="8105110" y="1807317"/>
            <a:ext cx="942536" cy="921945"/>
            <a:chOff x="5625548" y="337012"/>
            <a:chExt cx="942536" cy="921945"/>
          </a:xfrm>
        </p:grpSpPr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7BCDFCDE-F6A9-6FFC-DB3B-098FE0FFB131}"/>
                </a:ext>
              </a:extLst>
            </p:cNvPr>
            <p:cNvSpPr/>
            <p:nvPr/>
          </p:nvSpPr>
          <p:spPr>
            <a:xfrm>
              <a:off x="5625548" y="437323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52</a:t>
              </a: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EE647B6-9F10-7BCB-A0BD-0B3E5A96450B}"/>
                </a:ext>
              </a:extLst>
            </p:cNvPr>
            <p:cNvSpPr/>
            <p:nvPr/>
          </p:nvSpPr>
          <p:spPr>
            <a:xfrm>
              <a:off x="5641248" y="337012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48010865-73A2-13DC-F0A3-D9EC2F59F92B}"/>
                </a:ext>
              </a:extLst>
            </p:cNvPr>
            <p:cNvSpPr/>
            <p:nvPr/>
          </p:nvSpPr>
          <p:spPr>
            <a:xfrm>
              <a:off x="6202324" y="350265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54" name="Elipse 53">
            <a:extLst>
              <a:ext uri="{FF2B5EF4-FFF2-40B4-BE49-F238E27FC236}">
                <a16:creationId xmlns:a16="http://schemas.microsoft.com/office/drawing/2014/main" id="{CB65A801-65FB-3EFD-F24E-DF818932933D}"/>
              </a:ext>
            </a:extLst>
          </p:cNvPr>
          <p:cNvSpPr/>
          <p:nvPr/>
        </p:nvSpPr>
        <p:spPr>
          <a:xfrm>
            <a:off x="8132674" y="2731654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3880154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61" idx="4"/>
            <a:endCxn id="31" idx="0"/>
          </p:cNvCxnSpPr>
          <p:nvPr/>
        </p:nvCxnSpPr>
        <p:spPr>
          <a:xfrm flipH="1">
            <a:off x="6693519" y="2729262"/>
            <a:ext cx="1882043" cy="55599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4" idx="4"/>
            <a:endCxn id="48" idx="0"/>
          </p:cNvCxnSpPr>
          <p:nvPr/>
        </p:nvCxnSpPr>
        <p:spPr>
          <a:xfrm>
            <a:off x="3016787" y="2537359"/>
            <a:ext cx="1262825" cy="67630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6693519" y="4106891"/>
            <a:ext cx="968703" cy="708486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473720" y="662609"/>
            <a:ext cx="183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Nuevo 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stCxn id="30" idx="4"/>
            <a:endCxn id="61" idx="0"/>
          </p:cNvCxnSpPr>
          <p:nvPr/>
        </p:nvCxnSpPr>
        <p:spPr>
          <a:xfrm>
            <a:off x="5712390" y="1352623"/>
            <a:ext cx="2863172" cy="55500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8575562" y="2729262"/>
            <a:ext cx="1895491" cy="45572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1612629" y="2537359"/>
            <a:ext cx="1404158" cy="74789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30" idx="4"/>
            <a:endCxn id="4" idx="0"/>
          </p:cNvCxnSpPr>
          <p:nvPr/>
        </p:nvCxnSpPr>
        <p:spPr>
          <a:xfrm flipH="1">
            <a:off x="3016787" y="1352623"/>
            <a:ext cx="2695603" cy="36310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grpSp>
        <p:nvGrpSpPr>
          <p:cNvPr id="66" name="Grupo 65">
            <a:extLst>
              <a:ext uri="{FF2B5EF4-FFF2-40B4-BE49-F238E27FC236}">
                <a16:creationId xmlns:a16="http://schemas.microsoft.com/office/drawing/2014/main" id="{A5CDD6DB-5033-E8A6-B5DE-62E2A81BA9AB}"/>
              </a:ext>
            </a:extLst>
          </p:cNvPr>
          <p:cNvGrpSpPr/>
          <p:nvPr/>
        </p:nvGrpSpPr>
        <p:grpSpPr>
          <a:xfrm>
            <a:off x="10000601" y="3016197"/>
            <a:ext cx="940904" cy="990422"/>
            <a:chOff x="9813293" y="3026748"/>
            <a:chExt cx="940904" cy="990422"/>
          </a:xfrm>
        </p:grpSpPr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E5B7FF71-23D5-F474-A73A-57649B4BA72A}"/>
                </a:ext>
              </a:extLst>
            </p:cNvPr>
            <p:cNvGrpSpPr/>
            <p:nvPr/>
          </p:nvGrpSpPr>
          <p:grpSpPr>
            <a:xfrm>
              <a:off x="9813293" y="3029000"/>
              <a:ext cx="940904" cy="988170"/>
              <a:chOff x="9182797" y="3047130"/>
              <a:chExt cx="940904" cy="988170"/>
            </a:xfrm>
          </p:grpSpPr>
          <p:sp>
            <p:nvSpPr>
              <p:cNvPr id="6" name="Elipse 5">
                <a:extLst>
                  <a:ext uri="{FF2B5EF4-FFF2-40B4-BE49-F238E27FC236}">
                    <a16:creationId xmlns:a16="http://schemas.microsoft.com/office/drawing/2014/main" id="{8069DB84-FD35-C3D0-D1CA-D3104AF028E8}"/>
                  </a:ext>
                </a:extLst>
              </p:cNvPr>
              <p:cNvSpPr/>
              <p:nvPr/>
            </p:nvSpPr>
            <p:spPr>
              <a:xfrm>
                <a:off x="9182797" y="3213666"/>
                <a:ext cx="940904" cy="821634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82</a:t>
                </a:r>
              </a:p>
            </p:txBody>
          </p:sp>
          <p:sp>
            <p:nvSpPr>
              <p:cNvPr id="23" name="Elipse 22">
                <a:extLst>
                  <a:ext uri="{FF2B5EF4-FFF2-40B4-BE49-F238E27FC236}">
                    <a16:creationId xmlns:a16="http://schemas.microsoft.com/office/drawing/2014/main" id="{4672234E-4F5C-8564-F699-A9DFE9DA1C7D}"/>
                  </a:ext>
                </a:extLst>
              </p:cNvPr>
              <p:cNvSpPr/>
              <p:nvPr/>
            </p:nvSpPr>
            <p:spPr>
              <a:xfrm>
                <a:off x="9199261" y="3047130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2</a:t>
                </a:r>
              </a:p>
            </p:txBody>
          </p:sp>
        </p:grp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91B44263-D517-4E6C-07E7-AC613E173CBA}"/>
                </a:ext>
              </a:extLst>
            </p:cNvPr>
            <p:cNvSpPr/>
            <p:nvPr/>
          </p:nvSpPr>
          <p:spPr>
            <a:xfrm>
              <a:off x="10378545" y="3026748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1142177" y="3142076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7191770" y="4672196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6582152" y="574913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9264505" y="4006619"/>
            <a:ext cx="1206548" cy="81630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upo 68">
            <a:extLst>
              <a:ext uri="{FF2B5EF4-FFF2-40B4-BE49-F238E27FC236}">
                <a16:creationId xmlns:a16="http://schemas.microsoft.com/office/drawing/2014/main" id="{2E002A1E-E70A-EB76-539A-F6E98B652F03}"/>
              </a:ext>
            </a:extLst>
          </p:cNvPr>
          <p:cNvGrpSpPr/>
          <p:nvPr/>
        </p:nvGrpSpPr>
        <p:grpSpPr>
          <a:xfrm>
            <a:off x="8794053" y="4638260"/>
            <a:ext cx="940904" cy="1006300"/>
            <a:chOff x="6791742" y="3285819"/>
            <a:chExt cx="940904" cy="1006300"/>
          </a:xfrm>
        </p:grpSpPr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BDBEA863-BBA6-607C-B0E6-AB3EC3215736}"/>
                </a:ext>
              </a:extLst>
            </p:cNvPr>
            <p:cNvSpPr/>
            <p:nvPr/>
          </p:nvSpPr>
          <p:spPr>
            <a:xfrm>
              <a:off x="6791742" y="3470485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72</a:t>
              </a:r>
            </a:p>
          </p:txBody>
        </p:sp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C73F941F-C581-2599-2E0F-7BDA60827874}"/>
                </a:ext>
              </a:extLst>
            </p:cNvPr>
            <p:cNvSpPr/>
            <p:nvPr/>
          </p:nvSpPr>
          <p:spPr>
            <a:xfrm>
              <a:off x="6805810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CD5B4F8F-D195-673E-639C-ADA508F413C3}"/>
                </a:ext>
              </a:extLst>
            </p:cNvPr>
            <p:cNvSpPr/>
            <p:nvPr/>
          </p:nvSpPr>
          <p:spPr>
            <a:xfrm>
              <a:off x="7366886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10471053" y="4006619"/>
            <a:ext cx="1098628" cy="80875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upo 70">
            <a:extLst>
              <a:ext uri="{FF2B5EF4-FFF2-40B4-BE49-F238E27FC236}">
                <a16:creationId xmlns:a16="http://schemas.microsoft.com/office/drawing/2014/main" id="{66DA36B7-7CB6-57C8-7388-584D0C07A655}"/>
              </a:ext>
            </a:extLst>
          </p:cNvPr>
          <p:cNvGrpSpPr/>
          <p:nvPr/>
        </p:nvGrpSpPr>
        <p:grpSpPr>
          <a:xfrm>
            <a:off x="11099229" y="4675713"/>
            <a:ext cx="940904" cy="961298"/>
            <a:chOff x="10250561" y="3285819"/>
            <a:chExt cx="940904" cy="961298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745AA591-E28B-D501-70F3-C2B39CC9C6B4}"/>
                </a:ext>
              </a:extLst>
            </p:cNvPr>
            <p:cNvSpPr/>
            <p:nvPr/>
          </p:nvSpPr>
          <p:spPr>
            <a:xfrm>
              <a:off x="10250561" y="3425483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92</a:t>
              </a:r>
            </a:p>
          </p:txBody>
        </p:sp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F93F5255-4F30-DBC8-FE50-F86EAAFF30F4}"/>
                </a:ext>
              </a:extLst>
            </p:cNvPr>
            <p:cNvSpPr/>
            <p:nvPr/>
          </p:nvSpPr>
          <p:spPr>
            <a:xfrm>
              <a:off x="10264629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EFFC608D-1097-1083-5530-C8F154B201E6}"/>
                </a:ext>
              </a:extLst>
            </p:cNvPr>
            <p:cNvSpPr/>
            <p:nvPr/>
          </p:nvSpPr>
          <p:spPr>
            <a:xfrm>
              <a:off x="10825705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6223067" y="3047579"/>
            <a:ext cx="940904" cy="1059312"/>
            <a:chOff x="253932" y="5798688"/>
            <a:chExt cx="940904" cy="1059312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7" y="5798688"/>
              <a:ext cx="379829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3809160" y="3029000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65573AA1-E972-7DA8-6AE6-F26EC6B7676F}"/>
              </a:ext>
            </a:extLst>
          </p:cNvPr>
          <p:cNvGrpSpPr/>
          <p:nvPr/>
        </p:nvGrpSpPr>
        <p:grpSpPr>
          <a:xfrm>
            <a:off x="2546335" y="1568928"/>
            <a:ext cx="1129730" cy="968431"/>
            <a:chOff x="1577009" y="3185708"/>
            <a:chExt cx="1129730" cy="968431"/>
          </a:xfrm>
        </p:grpSpPr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44A46A8A-F7F9-64AA-C1B6-C9FE158AF16E}"/>
                </a:ext>
              </a:extLst>
            </p:cNvPr>
            <p:cNvGrpSpPr/>
            <p:nvPr/>
          </p:nvGrpSpPr>
          <p:grpSpPr>
            <a:xfrm>
              <a:off x="1577009" y="3189324"/>
              <a:ext cx="940904" cy="964815"/>
              <a:chOff x="2130287" y="1870286"/>
              <a:chExt cx="940904" cy="964815"/>
            </a:xfrm>
          </p:grpSpPr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95B533E4-7DB6-1E68-FF10-F3C1ABE195AF}"/>
                  </a:ext>
                </a:extLst>
              </p:cNvPr>
              <p:cNvSpPr/>
              <p:nvPr/>
            </p:nvSpPr>
            <p:spPr>
              <a:xfrm>
                <a:off x="2130287" y="2013467"/>
                <a:ext cx="940904" cy="821634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32</a:t>
                </a:r>
              </a:p>
            </p:txBody>
          </p:sp>
          <p:sp>
            <p:nvSpPr>
              <p:cNvPr id="21" name="Elipse 20">
                <a:extLst>
                  <a:ext uri="{FF2B5EF4-FFF2-40B4-BE49-F238E27FC236}">
                    <a16:creationId xmlns:a16="http://schemas.microsoft.com/office/drawing/2014/main" id="{D334ED92-3186-9A75-3558-80400D3CB5AA}"/>
                  </a:ext>
                </a:extLst>
              </p:cNvPr>
              <p:cNvSpPr/>
              <p:nvPr/>
            </p:nvSpPr>
            <p:spPr>
              <a:xfrm>
                <a:off x="2144355" y="1870286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</a:t>
                </a:r>
              </a:p>
            </p:txBody>
          </p:sp>
        </p:grp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3DCDBD2D-7F90-31D3-7A1F-12A3EE9773C7}"/>
                </a:ext>
              </a:extLst>
            </p:cNvPr>
            <p:cNvSpPr/>
            <p:nvPr/>
          </p:nvSpPr>
          <p:spPr>
            <a:xfrm>
              <a:off x="2120937" y="3185708"/>
              <a:ext cx="585802" cy="551077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9F56A8B7-1217-1144-7E2A-6482F599B0C0}"/>
              </a:ext>
            </a:extLst>
          </p:cNvPr>
          <p:cNvGrpSpPr/>
          <p:nvPr/>
        </p:nvGrpSpPr>
        <p:grpSpPr>
          <a:xfrm>
            <a:off x="5241938" y="344740"/>
            <a:ext cx="940904" cy="1007883"/>
            <a:chOff x="3105189" y="1968542"/>
            <a:chExt cx="940904" cy="1007883"/>
          </a:xfrm>
        </p:grpSpPr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304A46E6-0B75-6BD4-A389-DE8A7771D05F}"/>
                </a:ext>
              </a:extLst>
            </p:cNvPr>
            <p:cNvGrpSpPr/>
            <p:nvPr/>
          </p:nvGrpSpPr>
          <p:grpSpPr>
            <a:xfrm>
              <a:off x="3105189" y="1968542"/>
              <a:ext cx="940904" cy="1007883"/>
              <a:chOff x="2130287" y="4636677"/>
              <a:chExt cx="940904" cy="1007883"/>
            </a:xfrm>
          </p:grpSpPr>
          <p:sp>
            <p:nvSpPr>
              <p:cNvPr id="30" name="Elipse 29">
                <a:extLst>
                  <a:ext uri="{FF2B5EF4-FFF2-40B4-BE49-F238E27FC236}">
                    <a16:creationId xmlns:a16="http://schemas.microsoft.com/office/drawing/2014/main" id="{BFBC23A9-A3EA-DD5E-3D18-DEB457A6A38E}"/>
                  </a:ext>
                </a:extLst>
              </p:cNvPr>
              <p:cNvSpPr/>
              <p:nvPr/>
            </p:nvSpPr>
            <p:spPr>
              <a:xfrm>
                <a:off x="2130287" y="4822926"/>
                <a:ext cx="940904" cy="82163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40</a:t>
                </a:r>
              </a:p>
            </p:txBody>
          </p:sp>
          <p:sp>
            <p:nvSpPr>
              <p:cNvPr id="41" name="Elipse 40">
                <a:extLst>
                  <a:ext uri="{FF2B5EF4-FFF2-40B4-BE49-F238E27FC236}">
                    <a16:creationId xmlns:a16="http://schemas.microsoft.com/office/drawing/2014/main" id="{38492621-2A10-479B-81A5-382B1EFBA237}"/>
                  </a:ext>
                </a:extLst>
              </p:cNvPr>
              <p:cNvSpPr/>
              <p:nvPr/>
            </p:nvSpPr>
            <p:spPr>
              <a:xfrm>
                <a:off x="2144355" y="4636677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4</a:t>
                </a:r>
              </a:p>
            </p:txBody>
          </p:sp>
        </p:grpSp>
        <p:sp>
          <p:nvSpPr>
            <p:cNvPr id="56" name="Elipse 55">
              <a:extLst>
                <a:ext uri="{FF2B5EF4-FFF2-40B4-BE49-F238E27FC236}">
                  <a16:creationId xmlns:a16="http://schemas.microsoft.com/office/drawing/2014/main" id="{E92B9414-BE16-3C99-98D6-6C79799CB89D}"/>
                </a:ext>
              </a:extLst>
            </p:cNvPr>
            <p:cNvSpPr/>
            <p:nvPr/>
          </p:nvSpPr>
          <p:spPr>
            <a:xfrm>
              <a:off x="3667886" y="1968542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84949111-2FB9-7A17-E29C-0CE03D23FA65}"/>
              </a:ext>
            </a:extLst>
          </p:cNvPr>
          <p:cNvCxnSpPr>
            <a:cxnSpLocks/>
            <a:stCxn id="48" idx="4"/>
            <a:endCxn id="22" idx="0"/>
          </p:cNvCxnSpPr>
          <p:nvPr/>
        </p:nvCxnSpPr>
        <p:spPr>
          <a:xfrm flipH="1">
            <a:off x="2928086" y="4035300"/>
            <a:ext cx="1351526" cy="78007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upo 62">
            <a:extLst>
              <a:ext uri="{FF2B5EF4-FFF2-40B4-BE49-F238E27FC236}">
                <a16:creationId xmlns:a16="http://schemas.microsoft.com/office/drawing/2014/main" id="{284C54AC-9982-6663-0215-197A246D5C2E}"/>
              </a:ext>
            </a:extLst>
          </p:cNvPr>
          <p:cNvGrpSpPr/>
          <p:nvPr/>
        </p:nvGrpSpPr>
        <p:grpSpPr>
          <a:xfrm>
            <a:off x="2457634" y="4630711"/>
            <a:ext cx="940904" cy="1006300"/>
            <a:chOff x="1574949" y="5819433"/>
            <a:chExt cx="940904" cy="1006300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45B4C521-27F7-2A62-1087-7231C2B5C17F}"/>
                </a:ext>
              </a:extLst>
            </p:cNvPr>
            <p:cNvSpPr/>
            <p:nvPr/>
          </p:nvSpPr>
          <p:spPr>
            <a:xfrm>
              <a:off x="1574949" y="6004099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38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18B40B47-C928-3611-2052-246C85E5B373}"/>
                </a:ext>
              </a:extLst>
            </p:cNvPr>
            <p:cNvSpPr/>
            <p:nvPr/>
          </p:nvSpPr>
          <p:spPr>
            <a:xfrm>
              <a:off x="1589017" y="5819433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928CDE38-B427-1391-8C55-05C6760480C2}"/>
                </a:ext>
              </a:extLst>
            </p:cNvPr>
            <p:cNvSpPr/>
            <p:nvPr/>
          </p:nvSpPr>
          <p:spPr>
            <a:xfrm>
              <a:off x="2150093" y="5819433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9CE42DDA-0D44-90EC-B070-AB7101A1661F}"/>
              </a:ext>
            </a:extLst>
          </p:cNvPr>
          <p:cNvGrpSpPr/>
          <p:nvPr/>
        </p:nvGrpSpPr>
        <p:grpSpPr>
          <a:xfrm>
            <a:off x="8105110" y="1807317"/>
            <a:ext cx="942536" cy="921945"/>
            <a:chOff x="5625548" y="337012"/>
            <a:chExt cx="942536" cy="921945"/>
          </a:xfrm>
        </p:grpSpPr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7BCDFCDE-F6A9-6FFC-DB3B-098FE0FFB131}"/>
                </a:ext>
              </a:extLst>
            </p:cNvPr>
            <p:cNvSpPr/>
            <p:nvPr/>
          </p:nvSpPr>
          <p:spPr>
            <a:xfrm>
              <a:off x="5625548" y="437323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52</a:t>
              </a: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EE647B6-9F10-7BCB-A0BD-0B3E5A96450B}"/>
                </a:ext>
              </a:extLst>
            </p:cNvPr>
            <p:cNvSpPr/>
            <p:nvPr/>
          </p:nvSpPr>
          <p:spPr>
            <a:xfrm>
              <a:off x="5641248" y="337012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48010865-73A2-13DC-F0A3-D9EC2F59F92B}"/>
                </a:ext>
              </a:extLst>
            </p:cNvPr>
            <p:cNvSpPr/>
            <p:nvPr/>
          </p:nvSpPr>
          <p:spPr>
            <a:xfrm>
              <a:off x="6202324" y="350265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54" name="Elipse 53">
            <a:extLst>
              <a:ext uri="{FF2B5EF4-FFF2-40B4-BE49-F238E27FC236}">
                <a16:creationId xmlns:a16="http://schemas.microsoft.com/office/drawing/2014/main" id="{CB65A801-65FB-3EFD-F24E-DF818932933D}"/>
              </a:ext>
            </a:extLst>
          </p:cNvPr>
          <p:cNvSpPr/>
          <p:nvPr/>
        </p:nvSpPr>
        <p:spPr>
          <a:xfrm>
            <a:off x="6250866" y="4093071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3544585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61" idx="4"/>
            <a:endCxn id="31" idx="0"/>
          </p:cNvCxnSpPr>
          <p:nvPr/>
        </p:nvCxnSpPr>
        <p:spPr>
          <a:xfrm flipH="1">
            <a:off x="6693519" y="2729262"/>
            <a:ext cx="1882043" cy="55599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4" idx="4"/>
            <a:endCxn id="48" idx="0"/>
          </p:cNvCxnSpPr>
          <p:nvPr/>
        </p:nvCxnSpPr>
        <p:spPr>
          <a:xfrm>
            <a:off x="3016787" y="2537359"/>
            <a:ext cx="1262825" cy="67630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6693519" y="4106891"/>
            <a:ext cx="968703" cy="708486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473720" y="662609"/>
            <a:ext cx="183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Nuevo 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stCxn id="30" idx="4"/>
            <a:endCxn id="61" idx="0"/>
          </p:cNvCxnSpPr>
          <p:nvPr/>
        </p:nvCxnSpPr>
        <p:spPr>
          <a:xfrm>
            <a:off x="5712390" y="1352623"/>
            <a:ext cx="2863172" cy="55500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8575562" y="2729262"/>
            <a:ext cx="1895491" cy="45572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1612629" y="2537359"/>
            <a:ext cx="1404158" cy="74789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30" idx="4"/>
            <a:endCxn id="4" idx="0"/>
          </p:cNvCxnSpPr>
          <p:nvPr/>
        </p:nvCxnSpPr>
        <p:spPr>
          <a:xfrm flipH="1">
            <a:off x="3016787" y="1352623"/>
            <a:ext cx="2695603" cy="36310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grpSp>
        <p:nvGrpSpPr>
          <p:cNvPr id="66" name="Grupo 65">
            <a:extLst>
              <a:ext uri="{FF2B5EF4-FFF2-40B4-BE49-F238E27FC236}">
                <a16:creationId xmlns:a16="http://schemas.microsoft.com/office/drawing/2014/main" id="{A5CDD6DB-5033-E8A6-B5DE-62E2A81BA9AB}"/>
              </a:ext>
            </a:extLst>
          </p:cNvPr>
          <p:cNvGrpSpPr/>
          <p:nvPr/>
        </p:nvGrpSpPr>
        <p:grpSpPr>
          <a:xfrm>
            <a:off x="10000601" y="3016197"/>
            <a:ext cx="940904" cy="990422"/>
            <a:chOff x="9813293" y="3026748"/>
            <a:chExt cx="940904" cy="990422"/>
          </a:xfrm>
        </p:grpSpPr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E5B7FF71-23D5-F474-A73A-57649B4BA72A}"/>
                </a:ext>
              </a:extLst>
            </p:cNvPr>
            <p:cNvGrpSpPr/>
            <p:nvPr/>
          </p:nvGrpSpPr>
          <p:grpSpPr>
            <a:xfrm>
              <a:off x="9813293" y="3029000"/>
              <a:ext cx="940904" cy="988170"/>
              <a:chOff x="9182797" y="3047130"/>
              <a:chExt cx="940904" cy="988170"/>
            </a:xfrm>
          </p:grpSpPr>
          <p:sp>
            <p:nvSpPr>
              <p:cNvPr id="6" name="Elipse 5">
                <a:extLst>
                  <a:ext uri="{FF2B5EF4-FFF2-40B4-BE49-F238E27FC236}">
                    <a16:creationId xmlns:a16="http://schemas.microsoft.com/office/drawing/2014/main" id="{8069DB84-FD35-C3D0-D1CA-D3104AF028E8}"/>
                  </a:ext>
                </a:extLst>
              </p:cNvPr>
              <p:cNvSpPr/>
              <p:nvPr/>
            </p:nvSpPr>
            <p:spPr>
              <a:xfrm>
                <a:off x="9182797" y="3213666"/>
                <a:ext cx="940904" cy="821634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82</a:t>
                </a:r>
              </a:p>
            </p:txBody>
          </p:sp>
          <p:sp>
            <p:nvSpPr>
              <p:cNvPr id="23" name="Elipse 22">
                <a:extLst>
                  <a:ext uri="{FF2B5EF4-FFF2-40B4-BE49-F238E27FC236}">
                    <a16:creationId xmlns:a16="http://schemas.microsoft.com/office/drawing/2014/main" id="{4672234E-4F5C-8564-F699-A9DFE9DA1C7D}"/>
                  </a:ext>
                </a:extLst>
              </p:cNvPr>
              <p:cNvSpPr/>
              <p:nvPr/>
            </p:nvSpPr>
            <p:spPr>
              <a:xfrm>
                <a:off x="9199261" y="3047130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2</a:t>
                </a:r>
              </a:p>
            </p:txBody>
          </p:sp>
        </p:grp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91B44263-D517-4E6C-07E7-AC613E173CBA}"/>
                </a:ext>
              </a:extLst>
            </p:cNvPr>
            <p:cNvSpPr/>
            <p:nvPr/>
          </p:nvSpPr>
          <p:spPr>
            <a:xfrm>
              <a:off x="10378545" y="3026748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1142177" y="3142076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7191770" y="4672196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C90C99F-BBCF-83A2-124E-567A6CCCECBC}"/>
                </a:ext>
              </a:extLst>
            </p:cNvPr>
            <p:cNvSpPr/>
            <p:nvPr/>
          </p:nvSpPr>
          <p:spPr>
            <a:xfrm>
              <a:off x="6582152" y="5749137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9264505" y="4006619"/>
            <a:ext cx="1206548" cy="81630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upo 68">
            <a:extLst>
              <a:ext uri="{FF2B5EF4-FFF2-40B4-BE49-F238E27FC236}">
                <a16:creationId xmlns:a16="http://schemas.microsoft.com/office/drawing/2014/main" id="{2E002A1E-E70A-EB76-539A-F6E98B652F03}"/>
              </a:ext>
            </a:extLst>
          </p:cNvPr>
          <p:cNvGrpSpPr/>
          <p:nvPr/>
        </p:nvGrpSpPr>
        <p:grpSpPr>
          <a:xfrm>
            <a:off x="8794053" y="4638260"/>
            <a:ext cx="940904" cy="1006300"/>
            <a:chOff x="6791742" y="3285819"/>
            <a:chExt cx="940904" cy="1006300"/>
          </a:xfrm>
        </p:grpSpPr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BDBEA863-BBA6-607C-B0E6-AB3EC3215736}"/>
                </a:ext>
              </a:extLst>
            </p:cNvPr>
            <p:cNvSpPr/>
            <p:nvPr/>
          </p:nvSpPr>
          <p:spPr>
            <a:xfrm>
              <a:off x="6791742" y="3470485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72</a:t>
              </a:r>
            </a:p>
          </p:txBody>
        </p:sp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C73F941F-C581-2599-2E0F-7BDA60827874}"/>
                </a:ext>
              </a:extLst>
            </p:cNvPr>
            <p:cNvSpPr/>
            <p:nvPr/>
          </p:nvSpPr>
          <p:spPr>
            <a:xfrm>
              <a:off x="6805810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CD5B4F8F-D195-673E-639C-ADA508F413C3}"/>
                </a:ext>
              </a:extLst>
            </p:cNvPr>
            <p:cNvSpPr/>
            <p:nvPr/>
          </p:nvSpPr>
          <p:spPr>
            <a:xfrm>
              <a:off x="7366886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10471053" y="4006619"/>
            <a:ext cx="1098628" cy="80875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upo 70">
            <a:extLst>
              <a:ext uri="{FF2B5EF4-FFF2-40B4-BE49-F238E27FC236}">
                <a16:creationId xmlns:a16="http://schemas.microsoft.com/office/drawing/2014/main" id="{66DA36B7-7CB6-57C8-7388-584D0C07A655}"/>
              </a:ext>
            </a:extLst>
          </p:cNvPr>
          <p:cNvGrpSpPr/>
          <p:nvPr/>
        </p:nvGrpSpPr>
        <p:grpSpPr>
          <a:xfrm>
            <a:off x="11099229" y="4675713"/>
            <a:ext cx="940904" cy="961298"/>
            <a:chOff x="10250561" y="3285819"/>
            <a:chExt cx="940904" cy="961298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745AA591-E28B-D501-70F3-C2B39CC9C6B4}"/>
                </a:ext>
              </a:extLst>
            </p:cNvPr>
            <p:cNvSpPr/>
            <p:nvPr/>
          </p:nvSpPr>
          <p:spPr>
            <a:xfrm>
              <a:off x="10250561" y="3425483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92</a:t>
              </a:r>
            </a:p>
          </p:txBody>
        </p:sp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F93F5255-4F30-DBC8-FE50-F86EAAFF30F4}"/>
                </a:ext>
              </a:extLst>
            </p:cNvPr>
            <p:cNvSpPr/>
            <p:nvPr/>
          </p:nvSpPr>
          <p:spPr>
            <a:xfrm>
              <a:off x="10264629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EFFC608D-1097-1083-5530-C8F154B201E6}"/>
                </a:ext>
              </a:extLst>
            </p:cNvPr>
            <p:cNvSpPr/>
            <p:nvPr/>
          </p:nvSpPr>
          <p:spPr>
            <a:xfrm>
              <a:off x="10825705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6223067" y="3047579"/>
            <a:ext cx="940904" cy="1059312"/>
            <a:chOff x="253932" y="5798688"/>
            <a:chExt cx="940904" cy="1059312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B84F1ED3-E6DB-3E96-57DE-521CC8F5E997}"/>
                </a:ext>
              </a:extLst>
            </p:cNvPr>
            <p:cNvSpPr/>
            <p:nvPr/>
          </p:nvSpPr>
          <p:spPr>
            <a:xfrm>
              <a:off x="815007" y="5798688"/>
              <a:ext cx="379829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3809160" y="3029000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65573AA1-E972-7DA8-6AE6-F26EC6B7676F}"/>
              </a:ext>
            </a:extLst>
          </p:cNvPr>
          <p:cNvGrpSpPr/>
          <p:nvPr/>
        </p:nvGrpSpPr>
        <p:grpSpPr>
          <a:xfrm>
            <a:off x="2546335" y="1568928"/>
            <a:ext cx="1129730" cy="968431"/>
            <a:chOff x="1577009" y="3185708"/>
            <a:chExt cx="1129730" cy="968431"/>
          </a:xfrm>
        </p:grpSpPr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44A46A8A-F7F9-64AA-C1B6-C9FE158AF16E}"/>
                </a:ext>
              </a:extLst>
            </p:cNvPr>
            <p:cNvGrpSpPr/>
            <p:nvPr/>
          </p:nvGrpSpPr>
          <p:grpSpPr>
            <a:xfrm>
              <a:off x="1577009" y="3189324"/>
              <a:ext cx="940904" cy="964815"/>
              <a:chOff x="2130287" y="1870286"/>
              <a:chExt cx="940904" cy="964815"/>
            </a:xfrm>
          </p:grpSpPr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95B533E4-7DB6-1E68-FF10-F3C1ABE195AF}"/>
                  </a:ext>
                </a:extLst>
              </p:cNvPr>
              <p:cNvSpPr/>
              <p:nvPr/>
            </p:nvSpPr>
            <p:spPr>
              <a:xfrm>
                <a:off x="2130287" y="2013467"/>
                <a:ext cx="940904" cy="821634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32</a:t>
                </a:r>
              </a:p>
            </p:txBody>
          </p:sp>
          <p:sp>
            <p:nvSpPr>
              <p:cNvPr id="21" name="Elipse 20">
                <a:extLst>
                  <a:ext uri="{FF2B5EF4-FFF2-40B4-BE49-F238E27FC236}">
                    <a16:creationId xmlns:a16="http://schemas.microsoft.com/office/drawing/2014/main" id="{D334ED92-3186-9A75-3558-80400D3CB5AA}"/>
                  </a:ext>
                </a:extLst>
              </p:cNvPr>
              <p:cNvSpPr/>
              <p:nvPr/>
            </p:nvSpPr>
            <p:spPr>
              <a:xfrm>
                <a:off x="2144355" y="1870286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</a:t>
                </a:r>
              </a:p>
            </p:txBody>
          </p:sp>
        </p:grp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3DCDBD2D-7F90-31D3-7A1F-12A3EE9773C7}"/>
                </a:ext>
              </a:extLst>
            </p:cNvPr>
            <p:cNvSpPr/>
            <p:nvPr/>
          </p:nvSpPr>
          <p:spPr>
            <a:xfrm>
              <a:off x="2120937" y="3185708"/>
              <a:ext cx="585802" cy="551077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9F56A8B7-1217-1144-7E2A-6482F599B0C0}"/>
              </a:ext>
            </a:extLst>
          </p:cNvPr>
          <p:cNvGrpSpPr/>
          <p:nvPr/>
        </p:nvGrpSpPr>
        <p:grpSpPr>
          <a:xfrm>
            <a:off x="5241938" y="344740"/>
            <a:ext cx="940904" cy="1007883"/>
            <a:chOff x="3105189" y="1968542"/>
            <a:chExt cx="940904" cy="1007883"/>
          </a:xfrm>
        </p:grpSpPr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304A46E6-0B75-6BD4-A389-DE8A7771D05F}"/>
                </a:ext>
              </a:extLst>
            </p:cNvPr>
            <p:cNvGrpSpPr/>
            <p:nvPr/>
          </p:nvGrpSpPr>
          <p:grpSpPr>
            <a:xfrm>
              <a:off x="3105189" y="1968542"/>
              <a:ext cx="940904" cy="1007883"/>
              <a:chOff x="2130287" y="4636677"/>
              <a:chExt cx="940904" cy="1007883"/>
            </a:xfrm>
          </p:grpSpPr>
          <p:sp>
            <p:nvSpPr>
              <p:cNvPr id="30" name="Elipse 29">
                <a:extLst>
                  <a:ext uri="{FF2B5EF4-FFF2-40B4-BE49-F238E27FC236}">
                    <a16:creationId xmlns:a16="http://schemas.microsoft.com/office/drawing/2014/main" id="{BFBC23A9-A3EA-DD5E-3D18-DEB457A6A38E}"/>
                  </a:ext>
                </a:extLst>
              </p:cNvPr>
              <p:cNvSpPr/>
              <p:nvPr/>
            </p:nvSpPr>
            <p:spPr>
              <a:xfrm>
                <a:off x="2130287" y="4822926"/>
                <a:ext cx="940904" cy="82163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40</a:t>
                </a:r>
              </a:p>
            </p:txBody>
          </p:sp>
          <p:sp>
            <p:nvSpPr>
              <p:cNvPr id="41" name="Elipse 40">
                <a:extLst>
                  <a:ext uri="{FF2B5EF4-FFF2-40B4-BE49-F238E27FC236}">
                    <a16:creationId xmlns:a16="http://schemas.microsoft.com/office/drawing/2014/main" id="{38492621-2A10-479B-81A5-382B1EFBA237}"/>
                  </a:ext>
                </a:extLst>
              </p:cNvPr>
              <p:cNvSpPr/>
              <p:nvPr/>
            </p:nvSpPr>
            <p:spPr>
              <a:xfrm>
                <a:off x="2144355" y="4636677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4</a:t>
                </a:r>
              </a:p>
            </p:txBody>
          </p:sp>
        </p:grpSp>
        <p:sp>
          <p:nvSpPr>
            <p:cNvPr id="56" name="Elipse 55">
              <a:extLst>
                <a:ext uri="{FF2B5EF4-FFF2-40B4-BE49-F238E27FC236}">
                  <a16:creationId xmlns:a16="http://schemas.microsoft.com/office/drawing/2014/main" id="{E92B9414-BE16-3C99-98D6-6C79799CB89D}"/>
                </a:ext>
              </a:extLst>
            </p:cNvPr>
            <p:cNvSpPr/>
            <p:nvPr/>
          </p:nvSpPr>
          <p:spPr>
            <a:xfrm>
              <a:off x="3667886" y="1968542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84949111-2FB9-7A17-E29C-0CE03D23FA65}"/>
              </a:ext>
            </a:extLst>
          </p:cNvPr>
          <p:cNvCxnSpPr>
            <a:cxnSpLocks/>
            <a:stCxn id="48" idx="4"/>
            <a:endCxn id="22" idx="0"/>
          </p:cNvCxnSpPr>
          <p:nvPr/>
        </p:nvCxnSpPr>
        <p:spPr>
          <a:xfrm flipH="1">
            <a:off x="2928086" y="4035300"/>
            <a:ext cx="1351526" cy="78007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upo 62">
            <a:extLst>
              <a:ext uri="{FF2B5EF4-FFF2-40B4-BE49-F238E27FC236}">
                <a16:creationId xmlns:a16="http://schemas.microsoft.com/office/drawing/2014/main" id="{284C54AC-9982-6663-0215-197A246D5C2E}"/>
              </a:ext>
            </a:extLst>
          </p:cNvPr>
          <p:cNvGrpSpPr/>
          <p:nvPr/>
        </p:nvGrpSpPr>
        <p:grpSpPr>
          <a:xfrm>
            <a:off x="2457634" y="4630711"/>
            <a:ext cx="940904" cy="1006300"/>
            <a:chOff x="1574949" y="5819433"/>
            <a:chExt cx="940904" cy="1006300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45B4C521-27F7-2A62-1087-7231C2B5C17F}"/>
                </a:ext>
              </a:extLst>
            </p:cNvPr>
            <p:cNvSpPr/>
            <p:nvPr/>
          </p:nvSpPr>
          <p:spPr>
            <a:xfrm>
              <a:off x="1574949" y="6004099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38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18B40B47-C928-3611-2052-246C85E5B373}"/>
                </a:ext>
              </a:extLst>
            </p:cNvPr>
            <p:cNvSpPr/>
            <p:nvPr/>
          </p:nvSpPr>
          <p:spPr>
            <a:xfrm>
              <a:off x="1589017" y="5819433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928CDE38-B427-1391-8C55-05C6760480C2}"/>
                </a:ext>
              </a:extLst>
            </p:cNvPr>
            <p:cNvSpPr/>
            <p:nvPr/>
          </p:nvSpPr>
          <p:spPr>
            <a:xfrm>
              <a:off x="2150093" y="5819433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9CE42DDA-0D44-90EC-B070-AB7101A1661F}"/>
              </a:ext>
            </a:extLst>
          </p:cNvPr>
          <p:cNvGrpSpPr/>
          <p:nvPr/>
        </p:nvGrpSpPr>
        <p:grpSpPr>
          <a:xfrm>
            <a:off x="8105110" y="1807317"/>
            <a:ext cx="942536" cy="921945"/>
            <a:chOff x="5625548" y="337012"/>
            <a:chExt cx="942536" cy="921945"/>
          </a:xfrm>
        </p:grpSpPr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7BCDFCDE-F6A9-6FFC-DB3B-098FE0FFB131}"/>
                </a:ext>
              </a:extLst>
            </p:cNvPr>
            <p:cNvSpPr/>
            <p:nvPr/>
          </p:nvSpPr>
          <p:spPr>
            <a:xfrm>
              <a:off x="5625548" y="437323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52</a:t>
              </a: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EE647B6-9F10-7BCB-A0BD-0B3E5A96450B}"/>
                </a:ext>
              </a:extLst>
            </p:cNvPr>
            <p:cNvSpPr/>
            <p:nvPr/>
          </p:nvSpPr>
          <p:spPr>
            <a:xfrm>
              <a:off x="5641248" y="337012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48010865-73A2-13DC-F0A3-D9EC2F59F92B}"/>
                </a:ext>
              </a:extLst>
            </p:cNvPr>
            <p:cNvSpPr/>
            <p:nvPr/>
          </p:nvSpPr>
          <p:spPr>
            <a:xfrm>
              <a:off x="6202324" y="350265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54" name="Elipse 53">
            <a:extLst>
              <a:ext uri="{FF2B5EF4-FFF2-40B4-BE49-F238E27FC236}">
                <a16:creationId xmlns:a16="http://schemas.microsoft.com/office/drawing/2014/main" id="{CB65A801-65FB-3EFD-F24E-DF818932933D}"/>
              </a:ext>
            </a:extLst>
          </p:cNvPr>
          <p:cNvSpPr/>
          <p:nvPr/>
        </p:nvSpPr>
        <p:spPr>
          <a:xfrm>
            <a:off x="7191770" y="5656946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3538208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61" idx="4"/>
            <a:endCxn id="31" idx="0"/>
          </p:cNvCxnSpPr>
          <p:nvPr/>
        </p:nvCxnSpPr>
        <p:spPr>
          <a:xfrm flipH="1">
            <a:off x="6693519" y="2729262"/>
            <a:ext cx="1882043" cy="55599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4" idx="4"/>
            <a:endCxn id="48" idx="0"/>
          </p:cNvCxnSpPr>
          <p:nvPr/>
        </p:nvCxnSpPr>
        <p:spPr>
          <a:xfrm>
            <a:off x="3016787" y="2537359"/>
            <a:ext cx="1262825" cy="67630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6693519" y="4106891"/>
            <a:ext cx="968703" cy="708486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473720" y="662609"/>
            <a:ext cx="183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Nuevo 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stCxn id="30" idx="4"/>
            <a:endCxn id="61" idx="0"/>
          </p:cNvCxnSpPr>
          <p:nvPr/>
        </p:nvCxnSpPr>
        <p:spPr>
          <a:xfrm>
            <a:off x="5712390" y="1352623"/>
            <a:ext cx="2863172" cy="55500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8575562" y="2729262"/>
            <a:ext cx="1895491" cy="45572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1612629" y="2537359"/>
            <a:ext cx="1404158" cy="74789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30" idx="4"/>
            <a:endCxn id="4" idx="0"/>
          </p:cNvCxnSpPr>
          <p:nvPr/>
        </p:nvCxnSpPr>
        <p:spPr>
          <a:xfrm flipH="1">
            <a:off x="3016787" y="1352623"/>
            <a:ext cx="2695603" cy="36310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grpSp>
        <p:nvGrpSpPr>
          <p:cNvPr id="66" name="Grupo 65">
            <a:extLst>
              <a:ext uri="{FF2B5EF4-FFF2-40B4-BE49-F238E27FC236}">
                <a16:creationId xmlns:a16="http://schemas.microsoft.com/office/drawing/2014/main" id="{A5CDD6DB-5033-E8A6-B5DE-62E2A81BA9AB}"/>
              </a:ext>
            </a:extLst>
          </p:cNvPr>
          <p:cNvGrpSpPr/>
          <p:nvPr/>
        </p:nvGrpSpPr>
        <p:grpSpPr>
          <a:xfrm>
            <a:off x="10000601" y="3016197"/>
            <a:ext cx="940904" cy="990422"/>
            <a:chOff x="9813293" y="3026748"/>
            <a:chExt cx="940904" cy="990422"/>
          </a:xfrm>
        </p:grpSpPr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E5B7FF71-23D5-F474-A73A-57649B4BA72A}"/>
                </a:ext>
              </a:extLst>
            </p:cNvPr>
            <p:cNvGrpSpPr/>
            <p:nvPr/>
          </p:nvGrpSpPr>
          <p:grpSpPr>
            <a:xfrm>
              <a:off x="9813293" y="3029000"/>
              <a:ext cx="940904" cy="988170"/>
              <a:chOff x="9182797" y="3047130"/>
              <a:chExt cx="940904" cy="988170"/>
            </a:xfrm>
          </p:grpSpPr>
          <p:sp>
            <p:nvSpPr>
              <p:cNvPr id="6" name="Elipse 5">
                <a:extLst>
                  <a:ext uri="{FF2B5EF4-FFF2-40B4-BE49-F238E27FC236}">
                    <a16:creationId xmlns:a16="http://schemas.microsoft.com/office/drawing/2014/main" id="{8069DB84-FD35-C3D0-D1CA-D3104AF028E8}"/>
                  </a:ext>
                </a:extLst>
              </p:cNvPr>
              <p:cNvSpPr/>
              <p:nvPr/>
            </p:nvSpPr>
            <p:spPr>
              <a:xfrm>
                <a:off x="9182797" y="3213666"/>
                <a:ext cx="940904" cy="821634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82</a:t>
                </a:r>
              </a:p>
            </p:txBody>
          </p:sp>
          <p:sp>
            <p:nvSpPr>
              <p:cNvPr id="23" name="Elipse 22">
                <a:extLst>
                  <a:ext uri="{FF2B5EF4-FFF2-40B4-BE49-F238E27FC236}">
                    <a16:creationId xmlns:a16="http://schemas.microsoft.com/office/drawing/2014/main" id="{4672234E-4F5C-8564-F699-A9DFE9DA1C7D}"/>
                  </a:ext>
                </a:extLst>
              </p:cNvPr>
              <p:cNvSpPr/>
              <p:nvPr/>
            </p:nvSpPr>
            <p:spPr>
              <a:xfrm>
                <a:off x="9199261" y="3047130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2</a:t>
                </a:r>
              </a:p>
            </p:txBody>
          </p:sp>
        </p:grp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91B44263-D517-4E6C-07E7-AC613E173CBA}"/>
                </a:ext>
              </a:extLst>
            </p:cNvPr>
            <p:cNvSpPr/>
            <p:nvPr/>
          </p:nvSpPr>
          <p:spPr>
            <a:xfrm>
              <a:off x="10378545" y="3026748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1142177" y="3142076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7191770" y="4672196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9264505" y="4006619"/>
            <a:ext cx="1206548" cy="81630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upo 68">
            <a:extLst>
              <a:ext uri="{FF2B5EF4-FFF2-40B4-BE49-F238E27FC236}">
                <a16:creationId xmlns:a16="http://schemas.microsoft.com/office/drawing/2014/main" id="{2E002A1E-E70A-EB76-539A-F6E98B652F03}"/>
              </a:ext>
            </a:extLst>
          </p:cNvPr>
          <p:cNvGrpSpPr/>
          <p:nvPr/>
        </p:nvGrpSpPr>
        <p:grpSpPr>
          <a:xfrm>
            <a:off x="8794053" y="4638260"/>
            <a:ext cx="940904" cy="1006300"/>
            <a:chOff x="6791742" y="3285819"/>
            <a:chExt cx="940904" cy="1006300"/>
          </a:xfrm>
        </p:grpSpPr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BDBEA863-BBA6-607C-B0E6-AB3EC3215736}"/>
                </a:ext>
              </a:extLst>
            </p:cNvPr>
            <p:cNvSpPr/>
            <p:nvPr/>
          </p:nvSpPr>
          <p:spPr>
            <a:xfrm>
              <a:off x="6791742" y="3470485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72</a:t>
              </a:r>
            </a:p>
          </p:txBody>
        </p:sp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C73F941F-C581-2599-2E0F-7BDA60827874}"/>
                </a:ext>
              </a:extLst>
            </p:cNvPr>
            <p:cNvSpPr/>
            <p:nvPr/>
          </p:nvSpPr>
          <p:spPr>
            <a:xfrm>
              <a:off x="6805810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CD5B4F8F-D195-673E-639C-ADA508F413C3}"/>
                </a:ext>
              </a:extLst>
            </p:cNvPr>
            <p:cNvSpPr/>
            <p:nvPr/>
          </p:nvSpPr>
          <p:spPr>
            <a:xfrm>
              <a:off x="7366886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10471053" y="4006619"/>
            <a:ext cx="1098628" cy="80875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upo 70">
            <a:extLst>
              <a:ext uri="{FF2B5EF4-FFF2-40B4-BE49-F238E27FC236}">
                <a16:creationId xmlns:a16="http://schemas.microsoft.com/office/drawing/2014/main" id="{66DA36B7-7CB6-57C8-7388-584D0C07A655}"/>
              </a:ext>
            </a:extLst>
          </p:cNvPr>
          <p:cNvGrpSpPr/>
          <p:nvPr/>
        </p:nvGrpSpPr>
        <p:grpSpPr>
          <a:xfrm>
            <a:off x="11099229" y="4675713"/>
            <a:ext cx="940904" cy="961298"/>
            <a:chOff x="10250561" y="3285819"/>
            <a:chExt cx="940904" cy="961298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745AA591-E28B-D501-70F3-C2B39CC9C6B4}"/>
                </a:ext>
              </a:extLst>
            </p:cNvPr>
            <p:cNvSpPr/>
            <p:nvPr/>
          </p:nvSpPr>
          <p:spPr>
            <a:xfrm>
              <a:off x="10250561" y="3425483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92</a:t>
              </a:r>
            </a:p>
          </p:txBody>
        </p:sp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F93F5255-4F30-DBC8-FE50-F86EAAFF30F4}"/>
                </a:ext>
              </a:extLst>
            </p:cNvPr>
            <p:cNvSpPr/>
            <p:nvPr/>
          </p:nvSpPr>
          <p:spPr>
            <a:xfrm>
              <a:off x="10264629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EFFC608D-1097-1083-5530-C8F154B201E6}"/>
                </a:ext>
              </a:extLst>
            </p:cNvPr>
            <p:cNvSpPr/>
            <p:nvPr/>
          </p:nvSpPr>
          <p:spPr>
            <a:xfrm>
              <a:off x="10825705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6223067" y="3047580"/>
            <a:ext cx="940904" cy="1059311"/>
            <a:chOff x="253932" y="5798689"/>
            <a:chExt cx="940904" cy="1059311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3809160" y="3029000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65573AA1-E972-7DA8-6AE6-F26EC6B7676F}"/>
              </a:ext>
            </a:extLst>
          </p:cNvPr>
          <p:cNvGrpSpPr/>
          <p:nvPr/>
        </p:nvGrpSpPr>
        <p:grpSpPr>
          <a:xfrm>
            <a:off x="2546335" y="1568928"/>
            <a:ext cx="1129730" cy="968431"/>
            <a:chOff x="1577009" y="3185708"/>
            <a:chExt cx="1129730" cy="968431"/>
          </a:xfrm>
        </p:grpSpPr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44A46A8A-F7F9-64AA-C1B6-C9FE158AF16E}"/>
                </a:ext>
              </a:extLst>
            </p:cNvPr>
            <p:cNvGrpSpPr/>
            <p:nvPr/>
          </p:nvGrpSpPr>
          <p:grpSpPr>
            <a:xfrm>
              <a:off x="1577009" y="3189324"/>
              <a:ext cx="940904" cy="964815"/>
              <a:chOff x="2130287" y="1870286"/>
              <a:chExt cx="940904" cy="964815"/>
            </a:xfrm>
          </p:grpSpPr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95B533E4-7DB6-1E68-FF10-F3C1ABE195AF}"/>
                  </a:ext>
                </a:extLst>
              </p:cNvPr>
              <p:cNvSpPr/>
              <p:nvPr/>
            </p:nvSpPr>
            <p:spPr>
              <a:xfrm>
                <a:off x="2130287" y="2013467"/>
                <a:ext cx="940904" cy="821634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32</a:t>
                </a:r>
              </a:p>
            </p:txBody>
          </p:sp>
          <p:sp>
            <p:nvSpPr>
              <p:cNvPr id="21" name="Elipse 20">
                <a:extLst>
                  <a:ext uri="{FF2B5EF4-FFF2-40B4-BE49-F238E27FC236}">
                    <a16:creationId xmlns:a16="http://schemas.microsoft.com/office/drawing/2014/main" id="{D334ED92-3186-9A75-3558-80400D3CB5AA}"/>
                  </a:ext>
                </a:extLst>
              </p:cNvPr>
              <p:cNvSpPr/>
              <p:nvPr/>
            </p:nvSpPr>
            <p:spPr>
              <a:xfrm>
                <a:off x="2144355" y="1870286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</a:t>
                </a:r>
              </a:p>
            </p:txBody>
          </p:sp>
        </p:grp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3DCDBD2D-7F90-31D3-7A1F-12A3EE9773C7}"/>
                </a:ext>
              </a:extLst>
            </p:cNvPr>
            <p:cNvSpPr/>
            <p:nvPr/>
          </p:nvSpPr>
          <p:spPr>
            <a:xfrm>
              <a:off x="2120937" y="3185708"/>
              <a:ext cx="585802" cy="551077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9F56A8B7-1217-1144-7E2A-6482F599B0C0}"/>
              </a:ext>
            </a:extLst>
          </p:cNvPr>
          <p:cNvGrpSpPr/>
          <p:nvPr/>
        </p:nvGrpSpPr>
        <p:grpSpPr>
          <a:xfrm>
            <a:off x="5241938" y="344740"/>
            <a:ext cx="940904" cy="1007883"/>
            <a:chOff x="3105189" y="1968542"/>
            <a:chExt cx="940904" cy="1007883"/>
          </a:xfrm>
        </p:grpSpPr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304A46E6-0B75-6BD4-A389-DE8A7771D05F}"/>
                </a:ext>
              </a:extLst>
            </p:cNvPr>
            <p:cNvGrpSpPr/>
            <p:nvPr/>
          </p:nvGrpSpPr>
          <p:grpSpPr>
            <a:xfrm>
              <a:off x="3105189" y="1968542"/>
              <a:ext cx="940904" cy="1007883"/>
              <a:chOff x="2130287" y="4636677"/>
              <a:chExt cx="940904" cy="1007883"/>
            </a:xfrm>
          </p:grpSpPr>
          <p:sp>
            <p:nvSpPr>
              <p:cNvPr id="30" name="Elipse 29">
                <a:extLst>
                  <a:ext uri="{FF2B5EF4-FFF2-40B4-BE49-F238E27FC236}">
                    <a16:creationId xmlns:a16="http://schemas.microsoft.com/office/drawing/2014/main" id="{BFBC23A9-A3EA-DD5E-3D18-DEB457A6A38E}"/>
                  </a:ext>
                </a:extLst>
              </p:cNvPr>
              <p:cNvSpPr/>
              <p:nvPr/>
            </p:nvSpPr>
            <p:spPr>
              <a:xfrm>
                <a:off x="2130287" y="4822926"/>
                <a:ext cx="940904" cy="82163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40</a:t>
                </a:r>
              </a:p>
            </p:txBody>
          </p:sp>
          <p:sp>
            <p:nvSpPr>
              <p:cNvPr id="41" name="Elipse 40">
                <a:extLst>
                  <a:ext uri="{FF2B5EF4-FFF2-40B4-BE49-F238E27FC236}">
                    <a16:creationId xmlns:a16="http://schemas.microsoft.com/office/drawing/2014/main" id="{38492621-2A10-479B-81A5-382B1EFBA237}"/>
                  </a:ext>
                </a:extLst>
              </p:cNvPr>
              <p:cNvSpPr/>
              <p:nvPr/>
            </p:nvSpPr>
            <p:spPr>
              <a:xfrm>
                <a:off x="2144355" y="4636677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5</a:t>
                </a:r>
              </a:p>
            </p:txBody>
          </p:sp>
        </p:grpSp>
        <p:sp>
          <p:nvSpPr>
            <p:cNvPr id="56" name="Elipse 55">
              <a:extLst>
                <a:ext uri="{FF2B5EF4-FFF2-40B4-BE49-F238E27FC236}">
                  <a16:creationId xmlns:a16="http://schemas.microsoft.com/office/drawing/2014/main" id="{E92B9414-BE16-3C99-98D6-6C79799CB89D}"/>
                </a:ext>
              </a:extLst>
            </p:cNvPr>
            <p:cNvSpPr/>
            <p:nvPr/>
          </p:nvSpPr>
          <p:spPr>
            <a:xfrm>
              <a:off x="3667886" y="1968542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84949111-2FB9-7A17-E29C-0CE03D23FA65}"/>
              </a:ext>
            </a:extLst>
          </p:cNvPr>
          <p:cNvCxnSpPr>
            <a:cxnSpLocks/>
            <a:stCxn id="48" idx="4"/>
            <a:endCxn id="22" idx="0"/>
          </p:cNvCxnSpPr>
          <p:nvPr/>
        </p:nvCxnSpPr>
        <p:spPr>
          <a:xfrm flipH="1">
            <a:off x="2928086" y="4035300"/>
            <a:ext cx="1351526" cy="78007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upo 62">
            <a:extLst>
              <a:ext uri="{FF2B5EF4-FFF2-40B4-BE49-F238E27FC236}">
                <a16:creationId xmlns:a16="http://schemas.microsoft.com/office/drawing/2014/main" id="{284C54AC-9982-6663-0215-197A246D5C2E}"/>
              </a:ext>
            </a:extLst>
          </p:cNvPr>
          <p:cNvGrpSpPr/>
          <p:nvPr/>
        </p:nvGrpSpPr>
        <p:grpSpPr>
          <a:xfrm>
            <a:off x="2457634" y="4630711"/>
            <a:ext cx="940904" cy="1006300"/>
            <a:chOff x="1574949" y="5819433"/>
            <a:chExt cx="940904" cy="1006300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45B4C521-27F7-2A62-1087-7231C2B5C17F}"/>
                </a:ext>
              </a:extLst>
            </p:cNvPr>
            <p:cNvSpPr/>
            <p:nvPr/>
          </p:nvSpPr>
          <p:spPr>
            <a:xfrm>
              <a:off x="1574949" y="6004099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38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18B40B47-C928-3611-2052-246C85E5B373}"/>
                </a:ext>
              </a:extLst>
            </p:cNvPr>
            <p:cNvSpPr/>
            <p:nvPr/>
          </p:nvSpPr>
          <p:spPr>
            <a:xfrm>
              <a:off x="1589017" y="5819433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928CDE38-B427-1391-8C55-05C6760480C2}"/>
                </a:ext>
              </a:extLst>
            </p:cNvPr>
            <p:cNvSpPr/>
            <p:nvPr/>
          </p:nvSpPr>
          <p:spPr>
            <a:xfrm>
              <a:off x="2150093" y="5819433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9CE42DDA-0D44-90EC-B070-AB7101A1661F}"/>
              </a:ext>
            </a:extLst>
          </p:cNvPr>
          <p:cNvGrpSpPr/>
          <p:nvPr/>
        </p:nvGrpSpPr>
        <p:grpSpPr>
          <a:xfrm>
            <a:off x="8105110" y="1807317"/>
            <a:ext cx="942536" cy="921945"/>
            <a:chOff x="5625548" y="337012"/>
            <a:chExt cx="942536" cy="921945"/>
          </a:xfrm>
        </p:grpSpPr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7BCDFCDE-F6A9-6FFC-DB3B-098FE0FFB131}"/>
                </a:ext>
              </a:extLst>
            </p:cNvPr>
            <p:cNvSpPr/>
            <p:nvPr/>
          </p:nvSpPr>
          <p:spPr>
            <a:xfrm>
              <a:off x="5625548" y="437323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52</a:t>
              </a: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EE647B6-9F10-7BCB-A0BD-0B3E5A96450B}"/>
                </a:ext>
              </a:extLst>
            </p:cNvPr>
            <p:cNvSpPr/>
            <p:nvPr/>
          </p:nvSpPr>
          <p:spPr>
            <a:xfrm>
              <a:off x="5641248" y="337012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</a:t>
              </a: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48010865-73A2-13DC-F0A3-D9EC2F59F92B}"/>
                </a:ext>
              </a:extLst>
            </p:cNvPr>
            <p:cNvSpPr/>
            <p:nvPr/>
          </p:nvSpPr>
          <p:spPr>
            <a:xfrm>
              <a:off x="6202324" y="350265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sp>
        <p:nvSpPr>
          <p:cNvPr id="54" name="Elipse 53">
            <a:extLst>
              <a:ext uri="{FF2B5EF4-FFF2-40B4-BE49-F238E27FC236}">
                <a16:creationId xmlns:a16="http://schemas.microsoft.com/office/drawing/2014/main" id="{CB65A801-65FB-3EFD-F24E-DF818932933D}"/>
              </a:ext>
            </a:extLst>
          </p:cNvPr>
          <p:cNvSpPr/>
          <p:nvPr/>
        </p:nvSpPr>
        <p:spPr>
          <a:xfrm>
            <a:off x="8050097" y="6017650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43</a:t>
            </a:r>
          </a:p>
        </p:txBody>
      </p: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C44020DD-13B7-FEC4-F9DE-12463A8165F9}"/>
              </a:ext>
            </a:extLst>
          </p:cNvPr>
          <p:cNvCxnSpPr>
            <a:cxnSpLocks/>
            <a:stCxn id="11" idx="4"/>
            <a:endCxn id="54" idx="0"/>
          </p:cNvCxnSpPr>
          <p:nvPr/>
        </p:nvCxnSpPr>
        <p:spPr>
          <a:xfrm>
            <a:off x="7662222" y="5637011"/>
            <a:ext cx="858327" cy="38063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Elipse 72">
            <a:extLst>
              <a:ext uri="{FF2B5EF4-FFF2-40B4-BE49-F238E27FC236}">
                <a16:creationId xmlns:a16="http://schemas.microsoft.com/office/drawing/2014/main" id="{0003DAEE-DFA3-907B-DC03-E38C1C02EB82}"/>
              </a:ext>
            </a:extLst>
          </p:cNvPr>
          <p:cNvSpPr/>
          <p:nvPr/>
        </p:nvSpPr>
        <p:spPr>
          <a:xfrm>
            <a:off x="8061392" y="585783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A4DF4402-742B-CE21-D4E8-5EFBE97C8EC7}"/>
              </a:ext>
            </a:extLst>
          </p:cNvPr>
          <p:cNvSpPr/>
          <p:nvPr/>
        </p:nvSpPr>
        <p:spPr>
          <a:xfrm>
            <a:off x="8622468" y="585783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75" name="Elipse 74">
            <a:extLst>
              <a:ext uri="{FF2B5EF4-FFF2-40B4-BE49-F238E27FC236}">
                <a16:creationId xmlns:a16="http://schemas.microsoft.com/office/drawing/2014/main" id="{47407948-B5B2-F8E5-5F50-761DCBDBBA82}"/>
              </a:ext>
            </a:extLst>
          </p:cNvPr>
          <p:cNvSpPr/>
          <p:nvPr/>
        </p:nvSpPr>
        <p:spPr>
          <a:xfrm>
            <a:off x="7656921" y="4594553"/>
            <a:ext cx="585802" cy="551077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-1</a:t>
            </a:r>
          </a:p>
        </p:txBody>
      </p:sp>
      <p:sp>
        <p:nvSpPr>
          <p:cNvPr id="76" name="Elipse 75">
            <a:extLst>
              <a:ext uri="{FF2B5EF4-FFF2-40B4-BE49-F238E27FC236}">
                <a16:creationId xmlns:a16="http://schemas.microsoft.com/office/drawing/2014/main" id="{892110D9-D37A-1319-7DC8-C8387967E1A9}"/>
              </a:ext>
            </a:extLst>
          </p:cNvPr>
          <p:cNvSpPr/>
          <p:nvPr/>
        </p:nvSpPr>
        <p:spPr>
          <a:xfrm>
            <a:off x="6682861" y="2957123"/>
            <a:ext cx="585802" cy="551077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-2</a:t>
            </a:r>
          </a:p>
        </p:txBody>
      </p:sp>
      <p:sp>
        <p:nvSpPr>
          <p:cNvPr id="77" name="Elipse 76">
            <a:extLst>
              <a:ext uri="{FF2B5EF4-FFF2-40B4-BE49-F238E27FC236}">
                <a16:creationId xmlns:a16="http://schemas.microsoft.com/office/drawing/2014/main" id="{F920D4A1-C25F-30D9-9D80-F0EEC1C8F937}"/>
              </a:ext>
            </a:extLst>
          </p:cNvPr>
          <p:cNvSpPr/>
          <p:nvPr/>
        </p:nvSpPr>
        <p:spPr>
          <a:xfrm>
            <a:off x="6550769" y="2846327"/>
            <a:ext cx="883814" cy="7545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649B5F74-BBD5-3ADE-9293-B3415CC6FE8F}"/>
              </a:ext>
            </a:extLst>
          </p:cNvPr>
          <p:cNvSpPr/>
          <p:nvPr/>
        </p:nvSpPr>
        <p:spPr>
          <a:xfrm>
            <a:off x="5688475" y="253867"/>
            <a:ext cx="585802" cy="551077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1910163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61" idx="4"/>
            <a:endCxn id="31" idx="0"/>
          </p:cNvCxnSpPr>
          <p:nvPr/>
        </p:nvCxnSpPr>
        <p:spPr>
          <a:xfrm flipH="1">
            <a:off x="6693519" y="2729262"/>
            <a:ext cx="1882043" cy="55599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4" idx="4"/>
            <a:endCxn id="48" idx="0"/>
          </p:cNvCxnSpPr>
          <p:nvPr/>
        </p:nvCxnSpPr>
        <p:spPr>
          <a:xfrm>
            <a:off x="3016787" y="2537359"/>
            <a:ext cx="1262825" cy="67630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6693519" y="4106891"/>
            <a:ext cx="968703" cy="708486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473720" y="662609"/>
            <a:ext cx="183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Nuevo 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stCxn id="30" idx="4"/>
            <a:endCxn id="61" idx="0"/>
          </p:cNvCxnSpPr>
          <p:nvPr/>
        </p:nvCxnSpPr>
        <p:spPr>
          <a:xfrm>
            <a:off x="5712390" y="1352623"/>
            <a:ext cx="2863172" cy="55500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8575562" y="2729262"/>
            <a:ext cx="1895491" cy="45572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1612629" y="2537359"/>
            <a:ext cx="1404158" cy="74789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30" idx="4"/>
            <a:endCxn id="4" idx="0"/>
          </p:cNvCxnSpPr>
          <p:nvPr/>
        </p:nvCxnSpPr>
        <p:spPr>
          <a:xfrm flipH="1">
            <a:off x="3016787" y="1352623"/>
            <a:ext cx="2695603" cy="36310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grpSp>
        <p:nvGrpSpPr>
          <p:cNvPr id="66" name="Grupo 65">
            <a:extLst>
              <a:ext uri="{FF2B5EF4-FFF2-40B4-BE49-F238E27FC236}">
                <a16:creationId xmlns:a16="http://schemas.microsoft.com/office/drawing/2014/main" id="{A5CDD6DB-5033-E8A6-B5DE-62E2A81BA9AB}"/>
              </a:ext>
            </a:extLst>
          </p:cNvPr>
          <p:cNvGrpSpPr/>
          <p:nvPr/>
        </p:nvGrpSpPr>
        <p:grpSpPr>
          <a:xfrm>
            <a:off x="10000601" y="3016197"/>
            <a:ext cx="940904" cy="990422"/>
            <a:chOff x="9813293" y="3026748"/>
            <a:chExt cx="940904" cy="990422"/>
          </a:xfrm>
        </p:grpSpPr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E5B7FF71-23D5-F474-A73A-57649B4BA72A}"/>
                </a:ext>
              </a:extLst>
            </p:cNvPr>
            <p:cNvGrpSpPr/>
            <p:nvPr/>
          </p:nvGrpSpPr>
          <p:grpSpPr>
            <a:xfrm>
              <a:off x="9813293" y="3029000"/>
              <a:ext cx="940904" cy="988170"/>
              <a:chOff x="9182797" y="3047130"/>
              <a:chExt cx="940904" cy="988170"/>
            </a:xfrm>
          </p:grpSpPr>
          <p:sp>
            <p:nvSpPr>
              <p:cNvPr id="6" name="Elipse 5">
                <a:extLst>
                  <a:ext uri="{FF2B5EF4-FFF2-40B4-BE49-F238E27FC236}">
                    <a16:creationId xmlns:a16="http://schemas.microsoft.com/office/drawing/2014/main" id="{8069DB84-FD35-C3D0-D1CA-D3104AF028E8}"/>
                  </a:ext>
                </a:extLst>
              </p:cNvPr>
              <p:cNvSpPr/>
              <p:nvPr/>
            </p:nvSpPr>
            <p:spPr>
              <a:xfrm>
                <a:off x="9182797" y="3213666"/>
                <a:ext cx="940904" cy="821634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82</a:t>
                </a:r>
              </a:p>
            </p:txBody>
          </p:sp>
          <p:sp>
            <p:nvSpPr>
              <p:cNvPr id="23" name="Elipse 22">
                <a:extLst>
                  <a:ext uri="{FF2B5EF4-FFF2-40B4-BE49-F238E27FC236}">
                    <a16:creationId xmlns:a16="http://schemas.microsoft.com/office/drawing/2014/main" id="{4672234E-4F5C-8564-F699-A9DFE9DA1C7D}"/>
                  </a:ext>
                </a:extLst>
              </p:cNvPr>
              <p:cNvSpPr/>
              <p:nvPr/>
            </p:nvSpPr>
            <p:spPr>
              <a:xfrm>
                <a:off x="9199261" y="3047130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2</a:t>
                </a:r>
              </a:p>
            </p:txBody>
          </p:sp>
        </p:grp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91B44263-D517-4E6C-07E7-AC613E173CBA}"/>
                </a:ext>
              </a:extLst>
            </p:cNvPr>
            <p:cNvSpPr/>
            <p:nvPr/>
          </p:nvSpPr>
          <p:spPr>
            <a:xfrm>
              <a:off x="10378545" y="3026748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1142177" y="3142076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7191770" y="4672196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9264505" y="4006619"/>
            <a:ext cx="1206548" cy="81630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upo 68">
            <a:extLst>
              <a:ext uri="{FF2B5EF4-FFF2-40B4-BE49-F238E27FC236}">
                <a16:creationId xmlns:a16="http://schemas.microsoft.com/office/drawing/2014/main" id="{2E002A1E-E70A-EB76-539A-F6E98B652F03}"/>
              </a:ext>
            </a:extLst>
          </p:cNvPr>
          <p:cNvGrpSpPr/>
          <p:nvPr/>
        </p:nvGrpSpPr>
        <p:grpSpPr>
          <a:xfrm>
            <a:off x="8794053" y="4638260"/>
            <a:ext cx="940904" cy="1006300"/>
            <a:chOff x="6791742" y="3285819"/>
            <a:chExt cx="940904" cy="1006300"/>
          </a:xfrm>
        </p:grpSpPr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BDBEA863-BBA6-607C-B0E6-AB3EC3215736}"/>
                </a:ext>
              </a:extLst>
            </p:cNvPr>
            <p:cNvSpPr/>
            <p:nvPr/>
          </p:nvSpPr>
          <p:spPr>
            <a:xfrm>
              <a:off x="6791742" y="3470485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72</a:t>
              </a:r>
            </a:p>
          </p:txBody>
        </p:sp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C73F941F-C581-2599-2E0F-7BDA60827874}"/>
                </a:ext>
              </a:extLst>
            </p:cNvPr>
            <p:cNvSpPr/>
            <p:nvPr/>
          </p:nvSpPr>
          <p:spPr>
            <a:xfrm>
              <a:off x="6805810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CD5B4F8F-D195-673E-639C-ADA508F413C3}"/>
                </a:ext>
              </a:extLst>
            </p:cNvPr>
            <p:cNvSpPr/>
            <p:nvPr/>
          </p:nvSpPr>
          <p:spPr>
            <a:xfrm>
              <a:off x="7366886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10471053" y="4006619"/>
            <a:ext cx="1098628" cy="80875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upo 70">
            <a:extLst>
              <a:ext uri="{FF2B5EF4-FFF2-40B4-BE49-F238E27FC236}">
                <a16:creationId xmlns:a16="http://schemas.microsoft.com/office/drawing/2014/main" id="{66DA36B7-7CB6-57C8-7388-584D0C07A655}"/>
              </a:ext>
            </a:extLst>
          </p:cNvPr>
          <p:cNvGrpSpPr/>
          <p:nvPr/>
        </p:nvGrpSpPr>
        <p:grpSpPr>
          <a:xfrm>
            <a:off x="11099229" y="4675713"/>
            <a:ext cx="940904" cy="961298"/>
            <a:chOff x="10250561" y="3285819"/>
            <a:chExt cx="940904" cy="961298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745AA591-E28B-D501-70F3-C2B39CC9C6B4}"/>
                </a:ext>
              </a:extLst>
            </p:cNvPr>
            <p:cNvSpPr/>
            <p:nvPr/>
          </p:nvSpPr>
          <p:spPr>
            <a:xfrm>
              <a:off x="10250561" y="3425483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92</a:t>
              </a:r>
            </a:p>
          </p:txBody>
        </p:sp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F93F5255-4F30-DBC8-FE50-F86EAAFF30F4}"/>
                </a:ext>
              </a:extLst>
            </p:cNvPr>
            <p:cNvSpPr/>
            <p:nvPr/>
          </p:nvSpPr>
          <p:spPr>
            <a:xfrm>
              <a:off x="10264629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EFFC608D-1097-1083-5530-C8F154B201E6}"/>
                </a:ext>
              </a:extLst>
            </p:cNvPr>
            <p:cNvSpPr/>
            <p:nvPr/>
          </p:nvSpPr>
          <p:spPr>
            <a:xfrm>
              <a:off x="10825705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6223067" y="3047580"/>
            <a:ext cx="940904" cy="1059311"/>
            <a:chOff x="253932" y="5798689"/>
            <a:chExt cx="940904" cy="1059311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3809160" y="3029000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65573AA1-E972-7DA8-6AE6-F26EC6B7676F}"/>
              </a:ext>
            </a:extLst>
          </p:cNvPr>
          <p:cNvGrpSpPr/>
          <p:nvPr/>
        </p:nvGrpSpPr>
        <p:grpSpPr>
          <a:xfrm>
            <a:off x="2546335" y="1568928"/>
            <a:ext cx="1129730" cy="968431"/>
            <a:chOff x="1577009" y="3185708"/>
            <a:chExt cx="1129730" cy="968431"/>
          </a:xfrm>
        </p:grpSpPr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44A46A8A-F7F9-64AA-C1B6-C9FE158AF16E}"/>
                </a:ext>
              </a:extLst>
            </p:cNvPr>
            <p:cNvGrpSpPr/>
            <p:nvPr/>
          </p:nvGrpSpPr>
          <p:grpSpPr>
            <a:xfrm>
              <a:off x="1577009" y="3189324"/>
              <a:ext cx="940904" cy="964815"/>
              <a:chOff x="2130287" y="1870286"/>
              <a:chExt cx="940904" cy="964815"/>
            </a:xfrm>
          </p:grpSpPr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95B533E4-7DB6-1E68-FF10-F3C1ABE195AF}"/>
                  </a:ext>
                </a:extLst>
              </p:cNvPr>
              <p:cNvSpPr/>
              <p:nvPr/>
            </p:nvSpPr>
            <p:spPr>
              <a:xfrm>
                <a:off x="2130287" y="2013467"/>
                <a:ext cx="940904" cy="821634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32</a:t>
                </a:r>
              </a:p>
            </p:txBody>
          </p:sp>
          <p:sp>
            <p:nvSpPr>
              <p:cNvPr id="21" name="Elipse 20">
                <a:extLst>
                  <a:ext uri="{FF2B5EF4-FFF2-40B4-BE49-F238E27FC236}">
                    <a16:creationId xmlns:a16="http://schemas.microsoft.com/office/drawing/2014/main" id="{D334ED92-3186-9A75-3558-80400D3CB5AA}"/>
                  </a:ext>
                </a:extLst>
              </p:cNvPr>
              <p:cNvSpPr/>
              <p:nvPr/>
            </p:nvSpPr>
            <p:spPr>
              <a:xfrm>
                <a:off x="2144355" y="1870286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</a:t>
                </a:r>
              </a:p>
            </p:txBody>
          </p:sp>
        </p:grp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3DCDBD2D-7F90-31D3-7A1F-12A3EE9773C7}"/>
                </a:ext>
              </a:extLst>
            </p:cNvPr>
            <p:cNvSpPr/>
            <p:nvPr/>
          </p:nvSpPr>
          <p:spPr>
            <a:xfrm>
              <a:off x="2120937" y="3185708"/>
              <a:ext cx="585802" cy="551077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9F56A8B7-1217-1144-7E2A-6482F599B0C0}"/>
              </a:ext>
            </a:extLst>
          </p:cNvPr>
          <p:cNvGrpSpPr/>
          <p:nvPr/>
        </p:nvGrpSpPr>
        <p:grpSpPr>
          <a:xfrm>
            <a:off x="5241938" y="344740"/>
            <a:ext cx="940904" cy="1007883"/>
            <a:chOff x="3105189" y="1968542"/>
            <a:chExt cx="940904" cy="1007883"/>
          </a:xfrm>
        </p:grpSpPr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304A46E6-0B75-6BD4-A389-DE8A7771D05F}"/>
                </a:ext>
              </a:extLst>
            </p:cNvPr>
            <p:cNvGrpSpPr/>
            <p:nvPr/>
          </p:nvGrpSpPr>
          <p:grpSpPr>
            <a:xfrm>
              <a:off x="3105189" y="1968542"/>
              <a:ext cx="940904" cy="1007883"/>
              <a:chOff x="2130287" y="4636677"/>
              <a:chExt cx="940904" cy="1007883"/>
            </a:xfrm>
          </p:grpSpPr>
          <p:sp>
            <p:nvSpPr>
              <p:cNvPr id="30" name="Elipse 29">
                <a:extLst>
                  <a:ext uri="{FF2B5EF4-FFF2-40B4-BE49-F238E27FC236}">
                    <a16:creationId xmlns:a16="http://schemas.microsoft.com/office/drawing/2014/main" id="{BFBC23A9-A3EA-DD5E-3D18-DEB457A6A38E}"/>
                  </a:ext>
                </a:extLst>
              </p:cNvPr>
              <p:cNvSpPr/>
              <p:nvPr/>
            </p:nvSpPr>
            <p:spPr>
              <a:xfrm>
                <a:off x="2130287" y="4822926"/>
                <a:ext cx="940904" cy="82163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40</a:t>
                </a:r>
              </a:p>
            </p:txBody>
          </p:sp>
          <p:sp>
            <p:nvSpPr>
              <p:cNvPr id="41" name="Elipse 40">
                <a:extLst>
                  <a:ext uri="{FF2B5EF4-FFF2-40B4-BE49-F238E27FC236}">
                    <a16:creationId xmlns:a16="http://schemas.microsoft.com/office/drawing/2014/main" id="{38492621-2A10-479B-81A5-382B1EFBA237}"/>
                  </a:ext>
                </a:extLst>
              </p:cNvPr>
              <p:cNvSpPr/>
              <p:nvPr/>
            </p:nvSpPr>
            <p:spPr>
              <a:xfrm>
                <a:off x="2144355" y="4636677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5</a:t>
                </a:r>
              </a:p>
            </p:txBody>
          </p:sp>
        </p:grpSp>
        <p:sp>
          <p:nvSpPr>
            <p:cNvPr id="56" name="Elipse 55">
              <a:extLst>
                <a:ext uri="{FF2B5EF4-FFF2-40B4-BE49-F238E27FC236}">
                  <a16:creationId xmlns:a16="http://schemas.microsoft.com/office/drawing/2014/main" id="{E92B9414-BE16-3C99-98D6-6C79799CB89D}"/>
                </a:ext>
              </a:extLst>
            </p:cNvPr>
            <p:cNvSpPr/>
            <p:nvPr/>
          </p:nvSpPr>
          <p:spPr>
            <a:xfrm>
              <a:off x="3667886" y="1968542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84949111-2FB9-7A17-E29C-0CE03D23FA65}"/>
              </a:ext>
            </a:extLst>
          </p:cNvPr>
          <p:cNvCxnSpPr>
            <a:cxnSpLocks/>
            <a:stCxn id="48" idx="4"/>
            <a:endCxn id="22" idx="0"/>
          </p:cNvCxnSpPr>
          <p:nvPr/>
        </p:nvCxnSpPr>
        <p:spPr>
          <a:xfrm flipH="1">
            <a:off x="2928086" y="4035300"/>
            <a:ext cx="1351526" cy="78007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upo 62">
            <a:extLst>
              <a:ext uri="{FF2B5EF4-FFF2-40B4-BE49-F238E27FC236}">
                <a16:creationId xmlns:a16="http://schemas.microsoft.com/office/drawing/2014/main" id="{284C54AC-9982-6663-0215-197A246D5C2E}"/>
              </a:ext>
            </a:extLst>
          </p:cNvPr>
          <p:cNvGrpSpPr/>
          <p:nvPr/>
        </p:nvGrpSpPr>
        <p:grpSpPr>
          <a:xfrm>
            <a:off x="2457634" y="4630711"/>
            <a:ext cx="940904" cy="1006300"/>
            <a:chOff x="1574949" y="5819433"/>
            <a:chExt cx="940904" cy="1006300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45B4C521-27F7-2A62-1087-7231C2B5C17F}"/>
                </a:ext>
              </a:extLst>
            </p:cNvPr>
            <p:cNvSpPr/>
            <p:nvPr/>
          </p:nvSpPr>
          <p:spPr>
            <a:xfrm>
              <a:off x="1574949" y="6004099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38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18B40B47-C928-3611-2052-246C85E5B373}"/>
                </a:ext>
              </a:extLst>
            </p:cNvPr>
            <p:cNvSpPr/>
            <p:nvPr/>
          </p:nvSpPr>
          <p:spPr>
            <a:xfrm>
              <a:off x="1589017" y="5819433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928CDE38-B427-1391-8C55-05C6760480C2}"/>
                </a:ext>
              </a:extLst>
            </p:cNvPr>
            <p:cNvSpPr/>
            <p:nvPr/>
          </p:nvSpPr>
          <p:spPr>
            <a:xfrm>
              <a:off x="2150093" y="5819433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9CE42DDA-0D44-90EC-B070-AB7101A1661F}"/>
              </a:ext>
            </a:extLst>
          </p:cNvPr>
          <p:cNvGrpSpPr/>
          <p:nvPr/>
        </p:nvGrpSpPr>
        <p:grpSpPr>
          <a:xfrm>
            <a:off x="8105110" y="1807317"/>
            <a:ext cx="942536" cy="921945"/>
            <a:chOff x="5625548" y="337012"/>
            <a:chExt cx="942536" cy="921945"/>
          </a:xfrm>
        </p:grpSpPr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7BCDFCDE-F6A9-6FFC-DB3B-098FE0FFB131}"/>
                </a:ext>
              </a:extLst>
            </p:cNvPr>
            <p:cNvSpPr/>
            <p:nvPr/>
          </p:nvSpPr>
          <p:spPr>
            <a:xfrm>
              <a:off x="5625548" y="437323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52</a:t>
              </a: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EE647B6-9F10-7BCB-A0BD-0B3E5A96450B}"/>
                </a:ext>
              </a:extLst>
            </p:cNvPr>
            <p:cNvSpPr/>
            <p:nvPr/>
          </p:nvSpPr>
          <p:spPr>
            <a:xfrm>
              <a:off x="5641248" y="337012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</a:t>
              </a: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48010865-73A2-13DC-F0A3-D9EC2F59F92B}"/>
                </a:ext>
              </a:extLst>
            </p:cNvPr>
            <p:cNvSpPr/>
            <p:nvPr/>
          </p:nvSpPr>
          <p:spPr>
            <a:xfrm>
              <a:off x="6202324" y="350265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sp>
        <p:nvSpPr>
          <p:cNvPr id="54" name="Elipse 53">
            <a:extLst>
              <a:ext uri="{FF2B5EF4-FFF2-40B4-BE49-F238E27FC236}">
                <a16:creationId xmlns:a16="http://schemas.microsoft.com/office/drawing/2014/main" id="{CB65A801-65FB-3EFD-F24E-DF818932933D}"/>
              </a:ext>
            </a:extLst>
          </p:cNvPr>
          <p:cNvSpPr/>
          <p:nvPr/>
        </p:nvSpPr>
        <p:spPr>
          <a:xfrm>
            <a:off x="8050097" y="6017650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43</a:t>
            </a:r>
          </a:p>
        </p:txBody>
      </p: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C44020DD-13B7-FEC4-F9DE-12463A8165F9}"/>
              </a:ext>
            </a:extLst>
          </p:cNvPr>
          <p:cNvCxnSpPr>
            <a:cxnSpLocks/>
            <a:stCxn id="11" idx="4"/>
            <a:endCxn id="54" idx="0"/>
          </p:cNvCxnSpPr>
          <p:nvPr/>
        </p:nvCxnSpPr>
        <p:spPr>
          <a:xfrm>
            <a:off x="7662222" y="5637011"/>
            <a:ext cx="858327" cy="38063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Elipse 72">
            <a:extLst>
              <a:ext uri="{FF2B5EF4-FFF2-40B4-BE49-F238E27FC236}">
                <a16:creationId xmlns:a16="http://schemas.microsoft.com/office/drawing/2014/main" id="{0003DAEE-DFA3-907B-DC03-E38C1C02EB82}"/>
              </a:ext>
            </a:extLst>
          </p:cNvPr>
          <p:cNvSpPr/>
          <p:nvPr/>
        </p:nvSpPr>
        <p:spPr>
          <a:xfrm>
            <a:off x="8061392" y="585783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A4DF4402-742B-CE21-D4E8-5EFBE97C8EC7}"/>
              </a:ext>
            </a:extLst>
          </p:cNvPr>
          <p:cNvSpPr/>
          <p:nvPr/>
        </p:nvSpPr>
        <p:spPr>
          <a:xfrm>
            <a:off x="8622468" y="585783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75" name="Elipse 74">
            <a:extLst>
              <a:ext uri="{FF2B5EF4-FFF2-40B4-BE49-F238E27FC236}">
                <a16:creationId xmlns:a16="http://schemas.microsoft.com/office/drawing/2014/main" id="{47407948-B5B2-F8E5-5F50-761DCBDBBA82}"/>
              </a:ext>
            </a:extLst>
          </p:cNvPr>
          <p:cNvSpPr/>
          <p:nvPr/>
        </p:nvSpPr>
        <p:spPr>
          <a:xfrm>
            <a:off x="7656921" y="4594553"/>
            <a:ext cx="585802" cy="551077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-1</a:t>
            </a:r>
          </a:p>
        </p:txBody>
      </p:sp>
      <p:sp>
        <p:nvSpPr>
          <p:cNvPr id="76" name="Elipse 75">
            <a:extLst>
              <a:ext uri="{FF2B5EF4-FFF2-40B4-BE49-F238E27FC236}">
                <a16:creationId xmlns:a16="http://schemas.microsoft.com/office/drawing/2014/main" id="{892110D9-D37A-1319-7DC8-C8387967E1A9}"/>
              </a:ext>
            </a:extLst>
          </p:cNvPr>
          <p:cNvSpPr/>
          <p:nvPr/>
        </p:nvSpPr>
        <p:spPr>
          <a:xfrm>
            <a:off x="6682861" y="2957123"/>
            <a:ext cx="585802" cy="551077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-2</a:t>
            </a:r>
          </a:p>
        </p:txBody>
      </p:sp>
      <p:sp>
        <p:nvSpPr>
          <p:cNvPr id="77" name="Elipse 76">
            <a:extLst>
              <a:ext uri="{FF2B5EF4-FFF2-40B4-BE49-F238E27FC236}">
                <a16:creationId xmlns:a16="http://schemas.microsoft.com/office/drawing/2014/main" id="{F920D4A1-C25F-30D9-9D80-F0EEC1C8F937}"/>
              </a:ext>
            </a:extLst>
          </p:cNvPr>
          <p:cNvSpPr/>
          <p:nvPr/>
        </p:nvSpPr>
        <p:spPr>
          <a:xfrm>
            <a:off x="6550769" y="2846327"/>
            <a:ext cx="883814" cy="7545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8" name="Arco 27">
            <a:extLst>
              <a:ext uri="{FF2B5EF4-FFF2-40B4-BE49-F238E27FC236}">
                <a16:creationId xmlns:a16="http://schemas.microsoft.com/office/drawing/2014/main" id="{8DB1DBD6-B794-99DD-74ED-7D8D996D9039}"/>
              </a:ext>
            </a:extLst>
          </p:cNvPr>
          <p:cNvSpPr/>
          <p:nvPr/>
        </p:nvSpPr>
        <p:spPr>
          <a:xfrm rot="17568401">
            <a:off x="5740208" y="2731710"/>
            <a:ext cx="2145726" cy="1990038"/>
          </a:xfrm>
          <a:prstGeom prst="arc">
            <a:avLst/>
          </a:prstGeom>
          <a:ln w="762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ADDA3C52-A527-B62D-6E2A-8107DACFC60E}"/>
              </a:ext>
            </a:extLst>
          </p:cNvPr>
          <p:cNvSpPr/>
          <p:nvPr/>
        </p:nvSpPr>
        <p:spPr>
          <a:xfrm>
            <a:off x="5688475" y="253867"/>
            <a:ext cx="585802" cy="551077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226845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61" idx="4"/>
            <a:endCxn id="31" idx="0"/>
          </p:cNvCxnSpPr>
          <p:nvPr/>
        </p:nvCxnSpPr>
        <p:spPr>
          <a:xfrm flipH="1">
            <a:off x="6693519" y="2729262"/>
            <a:ext cx="1882043" cy="55599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4" idx="4"/>
            <a:endCxn id="48" idx="0"/>
          </p:cNvCxnSpPr>
          <p:nvPr/>
        </p:nvCxnSpPr>
        <p:spPr>
          <a:xfrm>
            <a:off x="3016787" y="2537359"/>
            <a:ext cx="1262825" cy="67630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  <a:endCxn id="11" idx="0"/>
          </p:cNvCxnSpPr>
          <p:nvPr/>
        </p:nvCxnSpPr>
        <p:spPr>
          <a:xfrm>
            <a:off x="6693519" y="4106891"/>
            <a:ext cx="968703" cy="708486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473720" y="662609"/>
            <a:ext cx="183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Nuevo 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stCxn id="30" idx="4"/>
            <a:endCxn id="61" idx="0"/>
          </p:cNvCxnSpPr>
          <p:nvPr/>
        </p:nvCxnSpPr>
        <p:spPr>
          <a:xfrm>
            <a:off x="5712390" y="1352623"/>
            <a:ext cx="2863172" cy="55500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8575562" y="2729262"/>
            <a:ext cx="1895491" cy="45572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1612629" y="2537359"/>
            <a:ext cx="1404158" cy="74789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30" idx="4"/>
            <a:endCxn id="4" idx="0"/>
          </p:cNvCxnSpPr>
          <p:nvPr/>
        </p:nvCxnSpPr>
        <p:spPr>
          <a:xfrm flipH="1">
            <a:off x="3016787" y="1352623"/>
            <a:ext cx="2695603" cy="36310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grpSp>
        <p:nvGrpSpPr>
          <p:cNvPr id="66" name="Grupo 65">
            <a:extLst>
              <a:ext uri="{FF2B5EF4-FFF2-40B4-BE49-F238E27FC236}">
                <a16:creationId xmlns:a16="http://schemas.microsoft.com/office/drawing/2014/main" id="{A5CDD6DB-5033-E8A6-B5DE-62E2A81BA9AB}"/>
              </a:ext>
            </a:extLst>
          </p:cNvPr>
          <p:cNvGrpSpPr/>
          <p:nvPr/>
        </p:nvGrpSpPr>
        <p:grpSpPr>
          <a:xfrm>
            <a:off x="10000601" y="3016197"/>
            <a:ext cx="940904" cy="990422"/>
            <a:chOff x="9813293" y="3026748"/>
            <a:chExt cx="940904" cy="990422"/>
          </a:xfrm>
        </p:grpSpPr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E5B7FF71-23D5-F474-A73A-57649B4BA72A}"/>
                </a:ext>
              </a:extLst>
            </p:cNvPr>
            <p:cNvGrpSpPr/>
            <p:nvPr/>
          </p:nvGrpSpPr>
          <p:grpSpPr>
            <a:xfrm>
              <a:off x="9813293" y="3029000"/>
              <a:ext cx="940904" cy="988170"/>
              <a:chOff x="9182797" y="3047130"/>
              <a:chExt cx="940904" cy="988170"/>
            </a:xfrm>
          </p:grpSpPr>
          <p:sp>
            <p:nvSpPr>
              <p:cNvPr id="6" name="Elipse 5">
                <a:extLst>
                  <a:ext uri="{FF2B5EF4-FFF2-40B4-BE49-F238E27FC236}">
                    <a16:creationId xmlns:a16="http://schemas.microsoft.com/office/drawing/2014/main" id="{8069DB84-FD35-C3D0-D1CA-D3104AF028E8}"/>
                  </a:ext>
                </a:extLst>
              </p:cNvPr>
              <p:cNvSpPr/>
              <p:nvPr/>
            </p:nvSpPr>
            <p:spPr>
              <a:xfrm>
                <a:off x="9182797" y="3213666"/>
                <a:ext cx="940904" cy="821634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82</a:t>
                </a:r>
              </a:p>
            </p:txBody>
          </p:sp>
          <p:sp>
            <p:nvSpPr>
              <p:cNvPr id="23" name="Elipse 22">
                <a:extLst>
                  <a:ext uri="{FF2B5EF4-FFF2-40B4-BE49-F238E27FC236}">
                    <a16:creationId xmlns:a16="http://schemas.microsoft.com/office/drawing/2014/main" id="{4672234E-4F5C-8564-F699-A9DFE9DA1C7D}"/>
                  </a:ext>
                </a:extLst>
              </p:cNvPr>
              <p:cNvSpPr/>
              <p:nvPr/>
            </p:nvSpPr>
            <p:spPr>
              <a:xfrm>
                <a:off x="9199261" y="3047130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2</a:t>
                </a:r>
              </a:p>
            </p:txBody>
          </p:sp>
        </p:grp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91B44263-D517-4E6C-07E7-AC613E173CBA}"/>
                </a:ext>
              </a:extLst>
            </p:cNvPr>
            <p:cNvSpPr/>
            <p:nvPr/>
          </p:nvSpPr>
          <p:spPr>
            <a:xfrm>
              <a:off x="10378545" y="3026748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1142177" y="3142076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7191770" y="4672196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9264505" y="4006619"/>
            <a:ext cx="1206548" cy="81630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upo 68">
            <a:extLst>
              <a:ext uri="{FF2B5EF4-FFF2-40B4-BE49-F238E27FC236}">
                <a16:creationId xmlns:a16="http://schemas.microsoft.com/office/drawing/2014/main" id="{2E002A1E-E70A-EB76-539A-F6E98B652F03}"/>
              </a:ext>
            </a:extLst>
          </p:cNvPr>
          <p:cNvGrpSpPr/>
          <p:nvPr/>
        </p:nvGrpSpPr>
        <p:grpSpPr>
          <a:xfrm>
            <a:off x="8794053" y="4638260"/>
            <a:ext cx="940904" cy="1006300"/>
            <a:chOff x="6791742" y="3285819"/>
            <a:chExt cx="940904" cy="1006300"/>
          </a:xfrm>
        </p:grpSpPr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BDBEA863-BBA6-607C-B0E6-AB3EC3215736}"/>
                </a:ext>
              </a:extLst>
            </p:cNvPr>
            <p:cNvSpPr/>
            <p:nvPr/>
          </p:nvSpPr>
          <p:spPr>
            <a:xfrm>
              <a:off x="6791742" y="3470485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72</a:t>
              </a:r>
            </a:p>
          </p:txBody>
        </p:sp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C73F941F-C581-2599-2E0F-7BDA60827874}"/>
                </a:ext>
              </a:extLst>
            </p:cNvPr>
            <p:cNvSpPr/>
            <p:nvPr/>
          </p:nvSpPr>
          <p:spPr>
            <a:xfrm>
              <a:off x="6805810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CD5B4F8F-D195-673E-639C-ADA508F413C3}"/>
                </a:ext>
              </a:extLst>
            </p:cNvPr>
            <p:cNvSpPr/>
            <p:nvPr/>
          </p:nvSpPr>
          <p:spPr>
            <a:xfrm>
              <a:off x="7366886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10471053" y="4006619"/>
            <a:ext cx="1098628" cy="80875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upo 70">
            <a:extLst>
              <a:ext uri="{FF2B5EF4-FFF2-40B4-BE49-F238E27FC236}">
                <a16:creationId xmlns:a16="http://schemas.microsoft.com/office/drawing/2014/main" id="{66DA36B7-7CB6-57C8-7388-584D0C07A655}"/>
              </a:ext>
            </a:extLst>
          </p:cNvPr>
          <p:cNvGrpSpPr/>
          <p:nvPr/>
        </p:nvGrpSpPr>
        <p:grpSpPr>
          <a:xfrm>
            <a:off x="11099229" y="4675713"/>
            <a:ext cx="940904" cy="961298"/>
            <a:chOff x="10250561" y="3285819"/>
            <a:chExt cx="940904" cy="961298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745AA591-E28B-D501-70F3-C2B39CC9C6B4}"/>
                </a:ext>
              </a:extLst>
            </p:cNvPr>
            <p:cNvSpPr/>
            <p:nvPr/>
          </p:nvSpPr>
          <p:spPr>
            <a:xfrm>
              <a:off x="10250561" y="3425483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92</a:t>
              </a:r>
            </a:p>
          </p:txBody>
        </p:sp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F93F5255-4F30-DBC8-FE50-F86EAAFF30F4}"/>
                </a:ext>
              </a:extLst>
            </p:cNvPr>
            <p:cNvSpPr/>
            <p:nvPr/>
          </p:nvSpPr>
          <p:spPr>
            <a:xfrm>
              <a:off x="10264629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EFFC608D-1097-1083-5530-C8F154B201E6}"/>
                </a:ext>
              </a:extLst>
            </p:cNvPr>
            <p:cNvSpPr/>
            <p:nvPr/>
          </p:nvSpPr>
          <p:spPr>
            <a:xfrm>
              <a:off x="10825705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6223067" y="3047580"/>
            <a:ext cx="940904" cy="1059311"/>
            <a:chOff x="253932" y="5798689"/>
            <a:chExt cx="940904" cy="1059311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3809160" y="3029000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65573AA1-E972-7DA8-6AE6-F26EC6B7676F}"/>
              </a:ext>
            </a:extLst>
          </p:cNvPr>
          <p:cNvGrpSpPr/>
          <p:nvPr/>
        </p:nvGrpSpPr>
        <p:grpSpPr>
          <a:xfrm>
            <a:off x="2546335" y="1568928"/>
            <a:ext cx="1129730" cy="968431"/>
            <a:chOff x="1577009" y="3185708"/>
            <a:chExt cx="1129730" cy="968431"/>
          </a:xfrm>
        </p:grpSpPr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44A46A8A-F7F9-64AA-C1B6-C9FE158AF16E}"/>
                </a:ext>
              </a:extLst>
            </p:cNvPr>
            <p:cNvGrpSpPr/>
            <p:nvPr/>
          </p:nvGrpSpPr>
          <p:grpSpPr>
            <a:xfrm>
              <a:off x="1577009" y="3189324"/>
              <a:ext cx="940904" cy="964815"/>
              <a:chOff x="2130287" y="1870286"/>
              <a:chExt cx="940904" cy="964815"/>
            </a:xfrm>
          </p:grpSpPr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95B533E4-7DB6-1E68-FF10-F3C1ABE195AF}"/>
                  </a:ext>
                </a:extLst>
              </p:cNvPr>
              <p:cNvSpPr/>
              <p:nvPr/>
            </p:nvSpPr>
            <p:spPr>
              <a:xfrm>
                <a:off x="2130287" y="2013467"/>
                <a:ext cx="940904" cy="821634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32</a:t>
                </a:r>
              </a:p>
            </p:txBody>
          </p:sp>
          <p:sp>
            <p:nvSpPr>
              <p:cNvPr id="21" name="Elipse 20">
                <a:extLst>
                  <a:ext uri="{FF2B5EF4-FFF2-40B4-BE49-F238E27FC236}">
                    <a16:creationId xmlns:a16="http://schemas.microsoft.com/office/drawing/2014/main" id="{D334ED92-3186-9A75-3558-80400D3CB5AA}"/>
                  </a:ext>
                </a:extLst>
              </p:cNvPr>
              <p:cNvSpPr/>
              <p:nvPr/>
            </p:nvSpPr>
            <p:spPr>
              <a:xfrm>
                <a:off x="2144355" y="1870286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</a:t>
                </a:r>
              </a:p>
            </p:txBody>
          </p:sp>
        </p:grp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3DCDBD2D-7F90-31D3-7A1F-12A3EE9773C7}"/>
                </a:ext>
              </a:extLst>
            </p:cNvPr>
            <p:cNvSpPr/>
            <p:nvPr/>
          </p:nvSpPr>
          <p:spPr>
            <a:xfrm>
              <a:off x="2120937" y="3185708"/>
              <a:ext cx="585802" cy="551077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9F56A8B7-1217-1144-7E2A-6482F599B0C0}"/>
              </a:ext>
            </a:extLst>
          </p:cNvPr>
          <p:cNvGrpSpPr/>
          <p:nvPr/>
        </p:nvGrpSpPr>
        <p:grpSpPr>
          <a:xfrm>
            <a:off x="5241938" y="344740"/>
            <a:ext cx="940904" cy="1007883"/>
            <a:chOff x="3105189" y="1968542"/>
            <a:chExt cx="940904" cy="1007883"/>
          </a:xfrm>
        </p:grpSpPr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304A46E6-0B75-6BD4-A389-DE8A7771D05F}"/>
                </a:ext>
              </a:extLst>
            </p:cNvPr>
            <p:cNvGrpSpPr/>
            <p:nvPr/>
          </p:nvGrpSpPr>
          <p:grpSpPr>
            <a:xfrm>
              <a:off x="3105189" y="1968542"/>
              <a:ext cx="940904" cy="1007883"/>
              <a:chOff x="2130287" y="4636677"/>
              <a:chExt cx="940904" cy="1007883"/>
            </a:xfrm>
          </p:grpSpPr>
          <p:sp>
            <p:nvSpPr>
              <p:cNvPr id="30" name="Elipse 29">
                <a:extLst>
                  <a:ext uri="{FF2B5EF4-FFF2-40B4-BE49-F238E27FC236}">
                    <a16:creationId xmlns:a16="http://schemas.microsoft.com/office/drawing/2014/main" id="{BFBC23A9-A3EA-DD5E-3D18-DEB457A6A38E}"/>
                  </a:ext>
                </a:extLst>
              </p:cNvPr>
              <p:cNvSpPr/>
              <p:nvPr/>
            </p:nvSpPr>
            <p:spPr>
              <a:xfrm>
                <a:off x="2130287" y="4822926"/>
                <a:ext cx="940904" cy="82163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40</a:t>
                </a:r>
              </a:p>
            </p:txBody>
          </p:sp>
          <p:sp>
            <p:nvSpPr>
              <p:cNvPr id="41" name="Elipse 40">
                <a:extLst>
                  <a:ext uri="{FF2B5EF4-FFF2-40B4-BE49-F238E27FC236}">
                    <a16:creationId xmlns:a16="http://schemas.microsoft.com/office/drawing/2014/main" id="{38492621-2A10-479B-81A5-382B1EFBA237}"/>
                  </a:ext>
                </a:extLst>
              </p:cNvPr>
              <p:cNvSpPr/>
              <p:nvPr/>
            </p:nvSpPr>
            <p:spPr>
              <a:xfrm>
                <a:off x="2144355" y="4636677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5</a:t>
                </a:r>
              </a:p>
            </p:txBody>
          </p:sp>
        </p:grpSp>
        <p:sp>
          <p:nvSpPr>
            <p:cNvPr id="56" name="Elipse 55">
              <a:extLst>
                <a:ext uri="{FF2B5EF4-FFF2-40B4-BE49-F238E27FC236}">
                  <a16:creationId xmlns:a16="http://schemas.microsoft.com/office/drawing/2014/main" id="{E92B9414-BE16-3C99-98D6-6C79799CB89D}"/>
                </a:ext>
              </a:extLst>
            </p:cNvPr>
            <p:cNvSpPr/>
            <p:nvPr/>
          </p:nvSpPr>
          <p:spPr>
            <a:xfrm>
              <a:off x="3667886" y="1968542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84949111-2FB9-7A17-E29C-0CE03D23FA65}"/>
              </a:ext>
            </a:extLst>
          </p:cNvPr>
          <p:cNvCxnSpPr>
            <a:cxnSpLocks/>
            <a:stCxn id="48" idx="4"/>
            <a:endCxn id="22" idx="0"/>
          </p:cNvCxnSpPr>
          <p:nvPr/>
        </p:nvCxnSpPr>
        <p:spPr>
          <a:xfrm flipH="1">
            <a:off x="2928086" y="4035300"/>
            <a:ext cx="1351526" cy="78007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upo 62">
            <a:extLst>
              <a:ext uri="{FF2B5EF4-FFF2-40B4-BE49-F238E27FC236}">
                <a16:creationId xmlns:a16="http://schemas.microsoft.com/office/drawing/2014/main" id="{284C54AC-9982-6663-0215-197A246D5C2E}"/>
              </a:ext>
            </a:extLst>
          </p:cNvPr>
          <p:cNvGrpSpPr/>
          <p:nvPr/>
        </p:nvGrpSpPr>
        <p:grpSpPr>
          <a:xfrm>
            <a:off x="2457634" y="4630711"/>
            <a:ext cx="940904" cy="1006300"/>
            <a:chOff x="1574949" y="5819433"/>
            <a:chExt cx="940904" cy="1006300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45B4C521-27F7-2A62-1087-7231C2B5C17F}"/>
                </a:ext>
              </a:extLst>
            </p:cNvPr>
            <p:cNvSpPr/>
            <p:nvPr/>
          </p:nvSpPr>
          <p:spPr>
            <a:xfrm>
              <a:off x="1574949" y="6004099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38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18B40B47-C928-3611-2052-246C85E5B373}"/>
                </a:ext>
              </a:extLst>
            </p:cNvPr>
            <p:cNvSpPr/>
            <p:nvPr/>
          </p:nvSpPr>
          <p:spPr>
            <a:xfrm>
              <a:off x="1589017" y="5819433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928CDE38-B427-1391-8C55-05C6760480C2}"/>
                </a:ext>
              </a:extLst>
            </p:cNvPr>
            <p:cNvSpPr/>
            <p:nvPr/>
          </p:nvSpPr>
          <p:spPr>
            <a:xfrm>
              <a:off x="2150093" y="5819433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9CE42DDA-0D44-90EC-B070-AB7101A1661F}"/>
              </a:ext>
            </a:extLst>
          </p:cNvPr>
          <p:cNvGrpSpPr/>
          <p:nvPr/>
        </p:nvGrpSpPr>
        <p:grpSpPr>
          <a:xfrm>
            <a:off x="8105110" y="1807317"/>
            <a:ext cx="942536" cy="921945"/>
            <a:chOff x="5625548" y="337012"/>
            <a:chExt cx="942536" cy="921945"/>
          </a:xfrm>
        </p:grpSpPr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7BCDFCDE-F6A9-6FFC-DB3B-098FE0FFB131}"/>
                </a:ext>
              </a:extLst>
            </p:cNvPr>
            <p:cNvSpPr/>
            <p:nvPr/>
          </p:nvSpPr>
          <p:spPr>
            <a:xfrm>
              <a:off x="5625548" y="437323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52</a:t>
              </a: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EE647B6-9F10-7BCB-A0BD-0B3E5A96450B}"/>
                </a:ext>
              </a:extLst>
            </p:cNvPr>
            <p:cNvSpPr/>
            <p:nvPr/>
          </p:nvSpPr>
          <p:spPr>
            <a:xfrm>
              <a:off x="5641248" y="337012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</a:t>
              </a: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48010865-73A2-13DC-F0A3-D9EC2F59F92B}"/>
                </a:ext>
              </a:extLst>
            </p:cNvPr>
            <p:cNvSpPr/>
            <p:nvPr/>
          </p:nvSpPr>
          <p:spPr>
            <a:xfrm>
              <a:off x="6202324" y="350265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sp>
        <p:nvSpPr>
          <p:cNvPr id="54" name="Elipse 53">
            <a:extLst>
              <a:ext uri="{FF2B5EF4-FFF2-40B4-BE49-F238E27FC236}">
                <a16:creationId xmlns:a16="http://schemas.microsoft.com/office/drawing/2014/main" id="{CB65A801-65FB-3EFD-F24E-DF818932933D}"/>
              </a:ext>
            </a:extLst>
          </p:cNvPr>
          <p:cNvSpPr/>
          <p:nvPr/>
        </p:nvSpPr>
        <p:spPr>
          <a:xfrm>
            <a:off x="8050097" y="6017650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43</a:t>
            </a:r>
          </a:p>
        </p:txBody>
      </p: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C44020DD-13B7-FEC4-F9DE-12463A8165F9}"/>
              </a:ext>
            </a:extLst>
          </p:cNvPr>
          <p:cNvCxnSpPr>
            <a:cxnSpLocks/>
            <a:stCxn id="11" idx="4"/>
            <a:endCxn id="54" idx="0"/>
          </p:cNvCxnSpPr>
          <p:nvPr/>
        </p:nvCxnSpPr>
        <p:spPr>
          <a:xfrm>
            <a:off x="7662222" y="5637011"/>
            <a:ext cx="858327" cy="38063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Elipse 72">
            <a:extLst>
              <a:ext uri="{FF2B5EF4-FFF2-40B4-BE49-F238E27FC236}">
                <a16:creationId xmlns:a16="http://schemas.microsoft.com/office/drawing/2014/main" id="{0003DAEE-DFA3-907B-DC03-E38C1C02EB82}"/>
              </a:ext>
            </a:extLst>
          </p:cNvPr>
          <p:cNvSpPr/>
          <p:nvPr/>
        </p:nvSpPr>
        <p:spPr>
          <a:xfrm>
            <a:off x="8061392" y="585783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A4DF4402-742B-CE21-D4E8-5EFBE97C8EC7}"/>
              </a:ext>
            </a:extLst>
          </p:cNvPr>
          <p:cNvSpPr/>
          <p:nvPr/>
        </p:nvSpPr>
        <p:spPr>
          <a:xfrm>
            <a:off x="8622468" y="585783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75" name="Elipse 74">
            <a:extLst>
              <a:ext uri="{FF2B5EF4-FFF2-40B4-BE49-F238E27FC236}">
                <a16:creationId xmlns:a16="http://schemas.microsoft.com/office/drawing/2014/main" id="{47407948-B5B2-F8E5-5F50-761DCBDBBA82}"/>
              </a:ext>
            </a:extLst>
          </p:cNvPr>
          <p:cNvSpPr/>
          <p:nvPr/>
        </p:nvSpPr>
        <p:spPr>
          <a:xfrm>
            <a:off x="7656921" y="4594553"/>
            <a:ext cx="585802" cy="551077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-1</a:t>
            </a:r>
          </a:p>
        </p:txBody>
      </p:sp>
      <p:sp>
        <p:nvSpPr>
          <p:cNvPr id="76" name="Elipse 75">
            <a:extLst>
              <a:ext uri="{FF2B5EF4-FFF2-40B4-BE49-F238E27FC236}">
                <a16:creationId xmlns:a16="http://schemas.microsoft.com/office/drawing/2014/main" id="{892110D9-D37A-1319-7DC8-C8387967E1A9}"/>
              </a:ext>
            </a:extLst>
          </p:cNvPr>
          <p:cNvSpPr/>
          <p:nvPr/>
        </p:nvSpPr>
        <p:spPr>
          <a:xfrm>
            <a:off x="6682861" y="2957123"/>
            <a:ext cx="585802" cy="551077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-2</a:t>
            </a:r>
          </a:p>
        </p:txBody>
      </p:sp>
      <p:sp>
        <p:nvSpPr>
          <p:cNvPr id="77" name="Elipse 76">
            <a:extLst>
              <a:ext uri="{FF2B5EF4-FFF2-40B4-BE49-F238E27FC236}">
                <a16:creationId xmlns:a16="http://schemas.microsoft.com/office/drawing/2014/main" id="{F920D4A1-C25F-30D9-9D80-F0EEC1C8F937}"/>
              </a:ext>
            </a:extLst>
          </p:cNvPr>
          <p:cNvSpPr/>
          <p:nvPr/>
        </p:nvSpPr>
        <p:spPr>
          <a:xfrm>
            <a:off x="6550769" y="2846327"/>
            <a:ext cx="883814" cy="7545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8" name="Arco 27">
            <a:extLst>
              <a:ext uri="{FF2B5EF4-FFF2-40B4-BE49-F238E27FC236}">
                <a16:creationId xmlns:a16="http://schemas.microsoft.com/office/drawing/2014/main" id="{8DB1DBD6-B794-99DD-74ED-7D8D996D9039}"/>
              </a:ext>
            </a:extLst>
          </p:cNvPr>
          <p:cNvSpPr/>
          <p:nvPr/>
        </p:nvSpPr>
        <p:spPr>
          <a:xfrm rot="12125041">
            <a:off x="5740208" y="2731710"/>
            <a:ext cx="2145726" cy="1990038"/>
          </a:xfrm>
          <a:prstGeom prst="arc">
            <a:avLst/>
          </a:prstGeom>
          <a:ln w="762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B3D4C934-CA22-EEBA-3898-F5FD432BD1F2}"/>
              </a:ext>
            </a:extLst>
          </p:cNvPr>
          <p:cNvSpPr/>
          <p:nvPr/>
        </p:nvSpPr>
        <p:spPr>
          <a:xfrm>
            <a:off x="5688475" y="253867"/>
            <a:ext cx="585802" cy="551077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956607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61" idx="4"/>
          </p:cNvCxnSpPr>
          <p:nvPr/>
        </p:nvCxnSpPr>
        <p:spPr>
          <a:xfrm flipH="1">
            <a:off x="7205838" y="2729262"/>
            <a:ext cx="1369724" cy="55599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4" idx="4"/>
            <a:endCxn id="48" idx="0"/>
          </p:cNvCxnSpPr>
          <p:nvPr/>
        </p:nvCxnSpPr>
        <p:spPr>
          <a:xfrm>
            <a:off x="3016787" y="2537359"/>
            <a:ext cx="1262825" cy="67630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31" idx="4"/>
          </p:cNvCxnSpPr>
          <p:nvPr/>
        </p:nvCxnSpPr>
        <p:spPr>
          <a:xfrm flipV="1">
            <a:off x="5726458" y="5041528"/>
            <a:ext cx="1257438" cy="60303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473720" y="662609"/>
            <a:ext cx="183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Nuevo 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stCxn id="30" idx="4"/>
            <a:endCxn id="61" idx="0"/>
          </p:cNvCxnSpPr>
          <p:nvPr/>
        </p:nvCxnSpPr>
        <p:spPr>
          <a:xfrm>
            <a:off x="5712390" y="1352623"/>
            <a:ext cx="2863172" cy="55500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8575562" y="2729262"/>
            <a:ext cx="1895491" cy="45572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1612629" y="2537359"/>
            <a:ext cx="1404158" cy="74789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30" idx="4"/>
            <a:endCxn id="4" idx="0"/>
          </p:cNvCxnSpPr>
          <p:nvPr/>
        </p:nvCxnSpPr>
        <p:spPr>
          <a:xfrm flipH="1">
            <a:off x="3016787" y="1352623"/>
            <a:ext cx="2695603" cy="36310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grpSp>
        <p:nvGrpSpPr>
          <p:cNvPr id="66" name="Grupo 65">
            <a:extLst>
              <a:ext uri="{FF2B5EF4-FFF2-40B4-BE49-F238E27FC236}">
                <a16:creationId xmlns:a16="http://schemas.microsoft.com/office/drawing/2014/main" id="{A5CDD6DB-5033-E8A6-B5DE-62E2A81BA9AB}"/>
              </a:ext>
            </a:extLst>
          </p:cNvPr>
          <p:cNvGrpSpPr/>
          <p:nvPr/>
        </p:nvGrpSpPr>
        <p:grpSpPr>
          <a:xfrm>
            <a:off x="10000601" y="3016197"/>
            <a:ext cx="940904" cy="990422"/>
            <a:chOff x="9813293" y="3026748"/>
            <a:chExt cx="940904" cy="990422"/>
          </a:xfrm>
        </p:grpSpPr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E5B7FF71-23D5-F474-A73A-57649B4BA72A}"/>
                </a:ext>
              </a:extLst>
            </p:cNvPr>
            <p:cNvGrpSpPr/>
            <p:nvPr/>
          </p:nvGrpSpPr>
          <p:grpSpPr>
            <a:xfrm>
              <a:off x="9813293" y="3029000"/>
              <a:ext cx="940904" cy="988170"/>
              <a:chOff x="9182797" y="3047130"/>
              <a:chExt cx="940904" cy="988170"/>
            </a:xfrm>
          </p:grpSpPr>
          <p:sp>
            <p:nvSpPr>
              <p:cNvPr id="6" name="Elipse 5">
                <a:extLst>
                  <a:ext uri="{FF2B5EF4-FFF2-40B4-BE49-F238E27FC236}">
                    <a16:creationId xmlns:a16="http://schemas.microsoft.com/office/drawing/2014/main" id="{8069DB84-FD35-C3D0-D1CA-D3104AF028E8}"/>
                  </a:ext>
                </a:extLst>
              </p:cNvPr>
              <p:cNvSpPr/>
              <p:nvPr/>
            </p:nvSpPr>
            <p:spPr>
              <a:xfrm>
                <a:off x="9182797" y="3213666"/>
                <a:ext cx="940904" cy="821634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82</a:t>
                </a:r>
              </a:p>
            </p:txBody>
          </p:sp>
          <p:sp>
            <p:nvSpPr>
              <p:cNvPr id="23" name="Elipse 22">
                <a:extLst>
                  <a:ext uri="{FF2B5EF4-FFF2-40B4-BE49-F238E27FC236}">
                    <a16:creationId xmlns:a16="http://schemas.microsoft.com/office/drawing/2014/main" id="{4672234E-4F5C-8564-F699-A9DFE9DA1C7D}"/>
                  </a:ext>
                </a:extLst>
              </p:cNvPr>
              <p:cNvSpPr/>
              <p:nvPr/>
            </p:nvSpPr>
            <p:spPr>
              <a:xfrm>
                <a:off x="9199261" y="3047130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2</a:t>
                </a:r>
              </a:p>
            </p:txBody>
          </p:sp>
        </p:grp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91B44263-D517-4E6C-07E7-AC613E173CBA}"/>
                </a:ext>
              </a:extLst>
            </p:cNvPr>
            <p:cNvSpPr/>
            <p:nvPr/>
          </p:nvSpPr>
          <p:spPr>
            <a:xfrm>
              <a:off x="10378545" y="3026748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1142177" y="3142076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7191770" y="4672196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9264505" y="4006619"/>
            <a:ext cx="1206548" cy="81630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upo 68">
            <a:extLst>
              <a:ext uri="{FF2B5EF4-FFF2-40B4-BE49-F238E27FC236}">
                <a16:creationId xmlns:a16="http://schemas.microsoft.com/office/drawing/2014/main" id="{2E002A1E-E70A-EB76-539A-F6E98B652F03}"/>
              </a:ext>
            </a:extLst>
          </p:cNvPr>
          <p:cNvGrpSpPr/>
          <p:nvPr/>
        </p:nvGrpSpPr>
        <p:grpSpPr>
          <a:xfrm>
            <a:off x="8794053" y="4638260"/>
            <a:ext cx="940904" cy="1006300"/>
            <a:chOff x="6791742" y="3285819"/>
            <a:chExt cx="940904" cy="1006300"/>
          </a:xfrm>
        </p:grpSpPr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BDBEA863-BBA6-607C-B0E6-AB3EC3215736}"/>
                </a:ext>
              </a:extLst>
            </p:cNvPr>
            <p:cNvSpPr/>
            <p:nvPr/>
          </p:nvSpPr>
          <p:spPr>
            <a:xfrm>
              <a:off x="6791742" y="3470485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72</a:t>
              </a:r>
            </a:p>
          </p:txBody>
        </p:sp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C73F941F-C581-2599-2E0F-7BDA60827874}"/>
                </a:ext>
              </a:extLst>
            </p:cNvPr>
            <p:cNvSpPr/>
            <p:nvPr/>
          </p:nvSpPr>
          <p:spPr>
            <a:xfrm>
              <a:off x="6805810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CD5B4F8F-D195-673E-639C-ADA508F413C3}"/>
                </a:ext>
              </a:extLst>
            </p:cNvPr>
            <p:cNvSpPr/>
            <p:nvPr/>
          </p:nvSpPr>
          <p:spPr>
            <a:xfrm>
              <a:off x="7366886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10471053" y="4006619"/>
            <a:ext cx="1098628" cy="80875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upo 70">
            <a:extLst>
              <a:ext uri="{FF2B5EF4-FFF2-40B4-BE49-F238E27FC236}">
                <a16:creationId xmlns:a16="http://schemas.microsoft.com/office/drawing/2014/main" id="{66DA36B7-7CB6-57C8-7388-584D0C07A655}"/>
              </a:ext>
            </a:extLst>
          </p:cNvPr>
          <p:cNvGrpSpPr/>
          <p:nvPr/>
        </p:nvGrpSpPr>
        <p:grpSpPr>
          <a:xfrm>
            <a:off x="11099229" y="4675713"/>
            <a:ext cx="940904" cy="961298"/>
            <a:chOff x="10250561" y="3285819"/>
            <a:chExt cx="940904" cy="961298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745AA591-E28B-D501-70F3-C2B39CC9C6B4}"/>
                </a:ext>
              </a:extLst>
            </p:cNvPr>
            <p:cNvSpPr/>
            <p:nvPr/>
          </p:nvSpPr>
          <p:spPr>
            <a:xfrm>
              <a:off x="10250561" y="3425483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92</a:t>
              </a:r>
            </a:p>
          </p:txBody>
        </p:sp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F93F5255-4F30-DBC8-FE50-F86EAAFF30F4}"/>
                </a:ext>
              </a:extLst>
            </p:cNvPr>
            <p:cNvSpPr/>
            <p:nvPr/>
          </p:nvSpPr>
          <p:spPr>
            <a:xfrm>
              <a:off x="10264629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EFFC608D-1097-1083-5530-C8F154B201E6}"/>
                </a:ext>
              </a:extLst>
            </p:cNvPr>
            <p:cNvSpPr/>
            <p:nvPr/>
          </p:nvSpPr>
          <p:spPr>
            <a:xfrm>
              <a:off x="10825705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3809160" y="3029000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65573AA1-E972-7DA8-6AE6-F26EC6B7676F}"/>
              </a:ext>
            </a:extLst>
          </p:cNvPr>
          <p:cNvGrpSpPr/>
          <p:nvPr/>
        </p:nvGrpSpPr>
        <p:grpSpPr>
          <a:xfrm>
            <a:off x="2546335" y="1568928"/>
            <a:ext cx="1129730" cy="968431"/>
            <a:chOff x="1577009" y="3185708"/>
            <a:chExt cx="1129730" cy="968431"/>
          </a:xfrm>
        </p:grpSpPr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44A46A8A-F7F9-64AA-C1B6-C9FE158AF16E}"/>
                </a:ext>
              </a:extLst>
            </p:cNvPr>
            <p:cNvGrpSpPr/>
            <p:nvPr/>
          </p:nvGrpSpPr>
          <p:grpSpPr>
            <a:xfrm>
              <a:off x="1577009" y="3189324"/>
              <a:ext cx="940904" cy="964815"/>
              <a:chOff x="2130287" y="1870286"/>
              <a:chExt cx="940904" cy="964815"/>
            </a:xfrm>
          </p:grpSpPr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95B533E4-7DB6-1E68-FF10-F3C1ABE195AF}"/>
                  </a:ext>
                </a:extLst>
              </p:cNvPr>
              <p:cNvSpPr/>
              <p:nvPr/>
            </p:nvSpPr>
            <p:spPr>
              <a:xfrm>
                <a:off x="2130287" y="2013467"/>
                <a:ext cx="940904" cy="821634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32</a:t>
                </a:r>
              </a:p>
            </p:txBody>
          </p:sp>
          <p:sp>
            <p:nvSpPr>
              <p:cNvPr id="21" name="Elipse 20">
                <a:extLst>
                  <a:ext uri="{FF2B5EF4-FFF2-40B4-BE49-F238E27FC236}">
                    <a16:creationId xmlns:a16="http://schemas.microsoft.com/office/drawing/2014/main" id="{D334ED92-3186-9A75-3558-80400D3CB5AA}"/>
                  </a:ext>
                </a:extLst>
              </p:cNvPr>
              <p:cNvSpPr/>
              <p:nvPr/>
            </p:nvSpPr>
            <p:spPr>
              <a:xfrm>
                <a:off x="2144355" y="1870286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</a:t>
                </a:r>
              </a:p>
            </p:txBody>
          </p:sp>
        </p:grp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3DCDBD2D-7F90-31D3-7A1F-12A3EE9773C7}"/>
                </a:ext>
              </a:extLst>
            </p:cNvPr>
            <p:cNvSpPr/>
            <p:nvPr/>
          </p:nvSpPr>
          <p:spPr>
            <a:xfrm>
              <a:off x="2120937" y="3185708"/>
              <a:ext cx="585802" cy="551077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9F56A8B7-1217-1144-7E2A-6482F599B0C0}"/>
              </a:ext>
            </a:extLst>
          </p:cNvPr>
          <p:cNvGrpSpPr/>
          <p:nvPr/>
        </p:nvGrpSpPr>
        <p:grpSpPr>
          <a:xfrm>
            <a:off x="5241938" y="344740"/>
            <a:ext cx="940904" cy="1007883"/>
            <a:chOff x="3105189" y="1968542"/>
            <a:chExt cx="940904" cy="1007883"/>
          </a:xfrm>
        </p:grpSpPr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304A46E6-0B75-6BD4-A389-DE8A7771D05F}"/>
                </a:ext>
              </a:extLst>
            </p:cNvPr>
            <p:cNvGrpSpPr/>
            <p:nvPr/>
          </p:nvGrpSpPr>
          <p:grpSpPr>
            <a:xfrm>
              <a:off x="3105189" y="1968542"/>
              <a:ext cx="940904" cy="1007883"/>
              <a:chOff x="2130287" y="4636677"/>
              <a:chExt cx="940904" cy="1007883"/>
            </a:xfrm>
          </p:grpSpPr>
          <p:sp>
            <p:nvSpPr>
              <p:cNvPr id="30" name="Elipse 29">
                <a:extLst>
                  <a:ext uri="{FF2B5EF4-FFF2-40B4-BE49-F238E27FC236}">
                    <a16:creationId xmlns:a16="http://schemas.microsoft.com/office/drawing/2014/main" id="{BFBC23A9-A3EA-DD5E-3D18-DEB457A6A38E}"/>
                  </a:ext>
                </a:extLst>
              </p:cNvPr>
              <p:cNvSpPr/>
              <p:nvPr/>
            </p:nvSpPr>
            <p:spPr>
              <a:xfrm>
                <a:off x="2130287" y="4822926"/>
                <a:ext cx="940904" cy="82163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40</a:t>
                </a:r>
              </a:p>
            </p:txBody>
          </p:sp>
          <p:sp>
            <p:nvSpPr>
              <p:cNvPr id="41" name="Elipse 40">
                <a:extLst>
                  <a:ext uri="{FF2B5EF4-FFF2-40B4-BE49-F238E27FC236}">
                    <a16:creationId xmlns:a16="http://schemas.microsoft.com/office/drawing/2014/main" id="{38492621-2A10-479B-81A5-382B1EFBA237}"/>
                  </a:ext>
                </a:extLst>
              </p:cNvPr>
              <p:cNvSpPr/>
              <p:nvPr/>
            </p:nvSpPr>
            <p:spPr>
              <a:xfrm>
                <a:off x="2144355" y="4636677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5</a:t>
                </a:r>
              </a:p>
            </p:txBody>
          </p:sp>
        </p:grpSp>
        <p:sp>
          <p:nvSpPr>
            <p:cNvPr id="56" name="Elipse 55">
              <a:extLst>
                <a:ext uri="{FF2B5EF4-FFF2-40B4-BE49-F238E27FC236}">
                  <a16:creationId xmlns:a16="http://schemas.microsoft.com/office/drawing/2014/main" id="{E92B9414-BE16-3C99-98D6-6C79799CB89D}"/>
                </a:ext>
              </a:extLst>
            </p:cNvPr>
            <p:cNvSpPr/>
            <p:nvPr/>
          </p:nvSpPr>
          <p:spPr>
            <a:xfrm>
              <a:off x="3667886" y="1968542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84949111-2FB9-7A17-E29C-0CE03D23FA65}"/>
              </a:ext>
            </a:extLst>
          </p:cNvPr>
          <p:cNvCxnSpPr>
            <a:cxnSpLocks/>
            <a:stCxn id="48" idx="4"/>
            <a:endCxn id="22" idx="0"/>
          </p:cNvCxnSpPr>
          <p:nvPr/>
        </p:nvCxnSpPr>
        <p:spPr>
          <a:xfrm flipH="1">
            <a:off x="2928086" y="4035300"/>
            <a:ext cx="1351526" cy="78007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upo 62">
            <a:extLst>
              <a:ext uri="{FF2B5EF4-FFF2-40B4-BE49-F238E27FC236}">
                <a16:creationId xmlns:a16="http://schemas.microsoft.com/office/drawing/2014/main" id="{284C54AC-9982-6663-0215-197A246D5C2E}"/>
              </a:ext>
            </a:extLst>
          </p:cNvPr>
          <p:cNvGrpSpPr/>
          <p:nvPr/>
        </p:nvGrpSpPr>
        <p:grpSpPr>
          <a:xfrm>
            <a:off x="2457634" y="4630711"/>
            <a:ext cx="940904" cy="1006300"/>
            <a:chOff x="1574949" y="5819433"/>
            <a:chExt cx="940904" cy="1006300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45B4C521-27F7-2A62-1087-7231C2B5C17F}"/>
                </a:ext>
              </a:extLst>
            </p:cNvPr>
            <p:cNvSpPr/>
            <p:nvPr/>
          </p:nvSpPr>
          <p:spPr>
            <a:xfrm>
              <a:off x="1574949" y="6004099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38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18B40B47-C928-3611-2052-246C85E5B373}"/>
                </a:ext>
              </a:extLst>
            </p:cNvPr>
            <p:cNvSpPr/>
            <p:nvPr/>
          </p:nvSpPr>
          <p:spPr>
            <a:xfrm>
              <a:off x="1589017" y="5819433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928CDE38-B427-1391-8C55-05C6760480C2}"/>
                </a:ext>
              </a:extLst>
            </p:cNvPr>
            <p:cNvSpPr/>
            <p:nvPr/>
          </p:nvSpPr>
          <p:spPr>
            <a:xfrm>
              <a:off x="2150093" y="5819433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9CE42DDA-0D44-90EC-B070-AB7101A1661F}"/>
              </a:ext>
            </a:extLst>
          </p:cNvPr>
          <p:cNvGrpSpPr/>
          <p:nvPr/>
        </p:nvGrpSpPr>
        <p:grpSpPr>
          <a:xfrm>
            <a:off x="8105110" y="1807317"/>
            <a:ext cx="942536" cy="921945"/>
            <a:chOff x="5625548" y="337012"/>
            <a:chExt cx="942536" cy="921945"/>
          </a:xfrm>
        </p:grpSpPr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7BCDFCDE-F6A9-6FFC-DB3B-098FE0FFB131}"/>
                </a:ext>
              </a:extLst>
            </p:cNvPr>
            <p:cNvSpPr/>
            <p:nvPr/>
          </p:nvSpPr>
          <p:spPr>
            <a:xfrm>
              <a:off x="5625548" y="437323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52</a:t>
              </a: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EE647B6-9F10-7BCB-A0BD-0B3E5A96450B}"/>
                </a:ext>
              </a:extLst>
            </p:cNvPr>
            <p:cNvSpPr/>
            <p:nvPr/>
          </p:nvSpPr>
          <p:spPr>
            <a:xfrm>
              <a:off x="5641248" y="337012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</a:t>
              </a: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48010865-73A2-13DC-F0A3-D9EC2F59F92B}"/>
                </a:ext>
              </a:extLst>
            </p:cNvPr>
            <p:cNvSpPr/>
            <p:nvPr/>
          </p:nvSpPr>
          <p:spPr>
            <a:xfrm>
              <a:off x="6202324" y="350265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sp>
        <p:nvSpPr>
          <p:cNvPr id="54" name="Elipse 53">
            <a:extLst>
              <a:ext uri="{FF2B5EF4-FFF2-40B4-BE49-F238E27FC236}">
                <a16:creationId xmlns:a16="http://schemas.microsoft.com/office/drawing/2014/main" id="{CB65A801-65FB-3EFD-F24E-DF818932933D}"/>
              </a:ext>
            </a:extLst>
          </p:cNvPr>
          <p:cNvSpPr/>
          <p:nvPr/>
        </p:nvSpPr>
        <p:spPr>
          <a:xfrm>
            <a:off x="8050097" y="6017650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43</a:t>
            </a:r>
          </a:p>
        </p:txBody>
      </p: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C44020DD-13B7-FEC4-F9DE-12463A8165F9}"/>
              </a:ext>
            </a:extLst>
          </p:cNvPr>
          <p:cNvCxnSpPr>
            <a:cxnSpLocks/>
            <a:stCxn id="11" idx="4"/>
            <a:endCxn id="54" idx="0"/>
          </p:cNvCxnSpPr>
          <p:nvPr/>
        </p:nvCxnSpPr>
        <p:spPr>
          <a:xfrm>
            <a:off x="7662222" y="5637011"/>
            <a:ext cx="858327" cy="38063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Elipse 72">
            <a:extLst>
              <a:ext uri="{FF2B5EF4-FFF2-40B4-BE49-F238E27FC236}">
                <a16:creationId xmlns:a16="http://schemas.microsoft.com/office/drawing/2014/main" id="{0003DAEE-DFA3-907B-DC03-E38C1C02EB82}"/>
              </a:ext>
            </a:extLst>
          </p:cNvPr>
          <p:cNvSpPr/>
          <p:nvPr/>
        </p:nvSpPr>
        <p:spPr>
          <a:xfrm>
            <a:off x="8061392" y="5857835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A4DF4402-742B-CE21-D4E8-5EFBE97C8EC7}"/>
              </a:ext>
            </a:extLst>
          </p:cNvPr>
          <p:cNvSpPr/>
          <p:nvPr/>
        </p:nvSpPr>
        <p:spPr>
          <a:xfrm>
            <a:off x="8622468" y="5857835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75" name="Elipse 74">
            <a:extLst>
              <a:ext uri="{FF2B5EF4-FFF2-40B4-BE49-F238E27FC236}">
                <a16:creationId xmlns:a16="http://schemas.microsoft.com/office/drawing/2014/main" id="{47407948-B5B2-F8E5-5F50-761DCBDBBA82}"/>
              </a:ext>
            </a:extLst>
          </p:cNvPr>
          <p:cNvSpPr/>
          <p:nvPr/>
        </p:nvSpPr>
        <p:spPr>
          <a:xfrm>
            <a:off x="7656921" y="4594553"/>
            <a:ext cx="585802" cy="551077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-1</a:t>
            </a:r>
          </a:p>
        </p:txBody>
      </p:sp>
      <p:grpSp>
        <p:nvGrpSpPr>
          <p:cNvPr id="44" name="Grupo 43">
            <a:extLst>
              <a:ext uri="{FF2B5EF4-FFF2-40B4-BE49-F238E27FC236}">
                <a16:creationId xmlns:a16="http://schemas.microsoft.com/office/drawing/2014/main" id="{913EBD22-C1DF-CFBB-DB13-CF0203B077F4}"/>
              </a:ext>
            </a:extLst>
          </p:cNvPr>
          <p:cNvGrpSpPr/>
          <p:nvPr/>
        </p:nvGrpSpPr>
        <p:grpSpPr>
          <a:xfrm>
            <a:off x="5256006" y="4383996"/>
            <a:ext cx="1211516" cy="1260564"/>
            <a:chOff x="6223067" y="2846327"/>
            <a:chExt cx="1211516" cy="1260564"/>
          </a:xfrm>
        </p:grpSpPr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B84E2E83-DF1D-4401-64AA-3CEB04042FE1}"/>
                </a:ext>
              </a:extLst>
            </p:cNvPr>
            <p:cNvGrpSpPr/>
            <p:nvPr/>
          </p:nvGrpSpPr>
          <p:grpSpPr>
            <a:xfrm>
              <a:off x="6223067" y="3047580"/>
              <a:ext cx="940904" cy="1059311"/>
              <a:chOff x="253932" y="5798689"/>
              <a:chExt cx="940904" cy="1059311"/>
            </a:xfrm>
          </p:grpSpPr>
          <p:sp>
            <p:nvSpPr>
              <p:cNvPr id="31" name="Elipse 30">
                <a:extLst>
                  <a:ext uri="{FF2B5EF4-FFF2-40B4-BE49-F238E27FC236}">
                    <a16:creationId xmlns:a16="http://schemas.microsoft.com/office/drawing/2014/main" id="{00874E53-D1BB-B1AC-8797-F0FD9A89F358}"/>
                  </a:ext>
                </a:extLst>
              </p:cNvPr>
              <p:cNvSpPr/>
              <p:nvPr/>
            </p:nvSpPr>
            <p:spPr>
              <a:xfrm>
                <a:off x="253932" y="6036366"/>
                <a:ext cx="940904" cy="82163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41</a:t>
                </a:r>
              </a:p>
            </p:txBody>
          </p:sp>
          <p:sp>
            <p:nvSpPr>
              <p:cNvPr id="43" name="Elipse 42">
                <a:extLst>
                  <a:ext uri="{FF2B5EF4-FFF2-40B4-BE49-F238E27FC236}">
                    <a16:creationId xmlns:a16="http://schemas.microsoft.com/office/drawing/2014/main" id="{1201B0B8-0C12-58E9-C82D-9B5DCD576126}"/>
                  </a:ext>
                </a:extLst>
              </p:cNvPr>
              <p:cNvSpPr/>
              <p:nvPr/>
            </p:nvSpPr>
            <p:spPr>
              <a:xfrm>
                <a:off x="253932" y="579868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</a:t>
                </a:r>
              </a:p>
            </p:txBody>
          </p:sp>
        </p:grpSp>
        <p:sp>
          <p:nvSpPr>
            <p:cNvPr id="76" name="Elipse 75">
              <a:extLst>
                <a:ext uri="{FF2B5EF4-FFF2-40B4-BE49-F238E27FC236}">
                  <a16:creationId xmlns:a16="http://schemas.microsoft.com/office/drawing/2014/main" id="{892110D9-D37A-1319-7DC8-C8387967E1A9}"/>
                </a:ext>
              </a:extLst>
            </p:cNvPr>
            <p:cNvSpPr/>
            <p:nvPr/>
          </p:nvSpPr>
          <p:spPr>
            <a:xfrm>
              <a:off x="6682861" y="2957123"/>
              <a:ext cx="585802" cy="551077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-2</a:t>
              </a:r>
            </a:p>
          </p:txBody>
        </p:sp>
        <p:sp>
          <p:nvSpPr>
            <p:cNvPr id="77" name="Elipse 76">
              <a:extLst>
                <a:ext uri="{FF2B5EF4-FFF2-40B4-BE49-F238E27FC236}">
                  <a16:creationId xmlns:a16="http://schemas.microsoft.com/office/drawing/2014/main" id="{F920D4A1-C25F-30D9-9D80-F0EEC1C8F937}"/>
                </a:ext>
              </a:extLst>
            </p:cNvPr>
            <p:cNvSpPr/>
            <p:nvPr/>
          </p:nvSpPr>
          <p:spPr>
            <a:xfrm>
              <a:off x="6550769" y="2846327"/>
              <a:ext cx="883814" cy="754511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  <p:sp>
        <p:nvSpPr>
          <p:cNvPr id="78" name="Elipse 77">
            <a:extLst>
              <a:ext uri="{FF2B5EF4-FFF2-40B4-BE49-F238E27FC236}">
                <a16:creationId xmlns:a16="http://schemas.microsoft.com/office/drawing/2014/main" id="{068965F9-506F-930B-B704-452BC01F9212}"/>
              </a:ext>
            </a:extLst>
          </p:cNvPr>
          <p:cNvSpPr/>
          <p:nvPr/>
        </p:nvSpPr>
        <p:spPr>
          <a:xfrm>
            <a:off x="5688475" y="253867"/>
            <a:ext cx="585802" cy="551077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2381506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61" idx="4"/>
            <a:endCxn id="11" idx="0"/>
          </p:cNvCxnSpPr>
          <p:nvPr/>
        </p:nvCxnSpPr>
        <p:spPr>
          <a:xfrm flipH="1">
            <a:off x="7131235" y="2729262"/>
            <a:ext cx="1444327" cy="56045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4" idx="4"/>
            <a:endCxn id="48" idx="0"/>
          </p:cNvCxnSpPr>
          <p:nvPr/>
        </p:nvCxnSpPr>
        <p:spPr>
          <a:xfrm>
            <a:off x="3016787" y="2537359"/>
            <a:ext cx="1262825" cy="67630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11" idx="4"/>
            <a:endCxn id="31" idx="0"/>
          </p:cNvCxnSpPr>
          <p:nvPr/>
        </p:nvCxnSpPr>
        <p:spPr>
          <a:xfrm flipH="1">
            <a:off x="5726458" y="4111353"/>
            <a:ext cx="1404777" cy="71157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473720" y="662609"/>
            <a:ext cx="183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Nuevo 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stCxn id="30" idx="4"/>
            <a:endCxn id="61" idx="0"/>
          </p:cNvCxnSpPr>
          <p:nvPr/>
        </p:nvCxnSpPr>
        <p:spPr>
          <a:xfrm>
            <a:off x="5712390" y="1352623"/>
            <a:ext cx="2863172" cy="55500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8575562" y="2729262"/>
            <a:ext cx="1895491" cy="45572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1612629" y="2537359"/>
            <a:ext cx="1404158" cy="74789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30" idx="4"/>
            <a:endCxn id="4" idx="0"/>
          </p:cNvCxnSpPr>
          <p:nvPr/>
        </p:nvCxnSpPr>
        <p:spPr>
          <a:xfrm flipH="1">
            <a:off x="3016787" y="1352623"/>
            <a:ext cx="2695603" cy="36310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grpSp>
        <p:nvGrpSpPr>
          <p:cNvPr id="66" name="Grupo 65">
            <a:extLst>
              <a:ext uri="{FF2B5EF4-FFF2-40B4-BE49-F238E27FC236}">
                <a16:creationId xmlns:a16="http://schemas.microsoft.com/office/drawing/2014/main" id="{A5CDD6DB-5033-E8A6-B5DE-62E2A81BA9AB}"/>
              </a:ext>
            </a:extLst>
          </p:cNvPr>
          <p:cNvGrpSpPr/>
          <p:nvPr/>
        </p:nvGrpSpPr>
        <p:grpSpPr>
          <a:xfrm>
            <a:off x="10000601" y="3016197"/>
            <a:ext cx="940904" cy="990422"/>
            <a:chOff x="9813293" y="3026748"/>
            <a:chExt cx="940904" cy="990422"/>
          </a:xfrm>
        </p:grpSpPr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E5B7FF71-23D5-F474-A73A-57649B4BA72A}"/>
                </a:ext>
              </a:extLst>
            </p:cNvPr>
            <p:cNvGrpSpPr/>
            <p:nvPr/>
          </p:nvGrpSpPr>
          <p:grpSpPr>
            <a:xfrm>
              <a:off x="9813293" y="3029000"/>
              <a:ext cx="940904" cy="988170"/>
              <a:chOff x="9182797" y="3047130"/>
              <a:chExt cx="940904" cy="988170"/>
            </a:xfrm>
          </p:grpSpPr>
          <p:sp>
            <p:nvSpPr>
              <p:cNvPr id="6" name="Elipse 5">
                <a:extLst>
                  <a:ext uri="{FF2B5EF4-FFF2-40B4-BE49-F238E27FC236}">
                    <a16:creationId xmlns:a16="http://schemas.microsoft.com/office/drawing/2014/main" id="{8069DB84-FD35-C3D0-D1CA-D3104AF028E8}"/>
                  </a:ext>
                </a:extLst>
              </p:cNvPr>
              <p:cNvSpPr/>
              <p:nvPr/>
            </p:nvSpPr>
            <p:spPr>
              <a:xfrm>
                <a:off x="9182797" y="3213666"/>
                <a:ext cx="940904" cy="821634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82</a:t>
                </a:r>
              </a:p>
            </p:txBody>
          </p:sp>
          <p:sp>
            <p:nvSpPr>
              <p:cNvPr id="23" name="Elipse 22">
                <a:extLst>
                  <a:ext uri="{FF2B5EF4-FFF2-40B4-BE49-F238E27FC236}">
                    <a16:creationId xmlns:a16="http://schemas.microsoft.com/office/drawing/2014/main" id="{4672234E-4F5C-8564-F699-A9DFE9DA1C7D}"/>
                  </a:ext>
                </a:extLst>
              </p:cNvPr>
              <p:cNvSpPr/>
              <p:nvPr/>
            </p:nvSpPr>
            <p:spPr>
              <a:xfrm>
                <a:off x="9199261" y="3047130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2</a:t>
                </a:r>
              </a:p>
            </p:txBody>
          </p:sp>
        </p:grp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91B44263-D517-4E6C-07E7-AC613E173CBA}"/>
                </a:ext>
              </a:extLst>
            </p:cNvPr>
            <p:cNvSpPr/>
            <p:nvPr/>
          </p:nvSpPr>
          <p:spPr>
            <a:xfrm>
              <a:off x="10378545" y="3026748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1142177" y="3142076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6660783" y="3146538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9264505" y="4006619"/>
            <a:ext cx="1206548" cy="81630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upo 68">
            <a:extLst>
              <a:ext uri="{FF2B5EF4-FFF2-40B4-BE49-F238E27FC236}">
                <a16:creationId xmlns:a16="http://schemas.microsoft.com/office/drawing/2014/main" id="{2E002A1E-E70A-EB76-539A-F6E98B652F03}"/>
              </a:ext>
            </a:extLst>
          </p:cNvPr>
          <p:cNvGrpSpPr/>
          <p:nvPr/>
        </p:nvGrpSpPr>
        <p:grpSpPr>
          <a:xfrm>
            <a:off x="8794053" y="4638260"/>
            <a:ext cx="940904" cy="1006300"/>
            <a:chOff x="6791742" y="3285819"/>
            <a:chExt cx="940904" cy="1006300"/>
          </a:xfrm>
        </p:grpSpPr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BDBEA863-BBA6-607C-B0E6-AB3EC3215736}"/>
                </a:ext>
              </a:extLst>
            </p:cNvPr>
            <p:cNvSpPr/>
            <p:nvPr/>
          </p:nvSpPr>
          <p:spPr>
            <a:xfrm>
              <a:off x="6791742" y="3470485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72</a:t>
              </a:r>
            </a:p>
          </p:txBody>
        </p:sp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C73F941F-C581-2599-2E0F-7BDA60827874}"/>
                </a:ext>
              </a:extLst>
            </p:cNvPr>
            <p:cNvSpPr/>
            <p:nvPr/>
          </p:nvSpPr>
          <p:spPr>
            <a:xfrm>
              <a:off x="6805810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CD5B4F8F-D195-673E-639C-ADA508F413C3}"/>
                </a:ext>
              </a:extLst>
            </p:cNvPr>
            <p:cNvSpPr/>
            <p:nvPr/>
          </p:nvSpPr>
          <p:spPr>
            <a:xfrm>
              <a:off x="7366886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10471053" y="4006619"/>
            <a:ext cx="1098628" cy="80875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upo 70">
            <a:extLst>
              <a:ext uri="{FF2B5EF4-FFF2-40B4-BE49-F238E27FC236}">
                <a16:creationId xmlns:a16="http://schemas.microsoft.com/office/drawing/2014/main" id="{66DA36B7-7CB6-57C8-7388-584D0C07A655}"/>
              </a:ext>
            </a:extLst>
          </p:cNvPr>
          <p:cNvGrpSpPr/>
          <p:nvPr/>
        </p:nvGrpSpPr>
        <p:grpSpPr>
          <a:xfrm>
            <a:off x="11099229" y="4675713"/>
            <a:ext cx="940904" cy="961298"/>
            <a:chOff x="10250561" y="3285819"/>
            <a:chExt cx="940904" cy="961298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745AA591-E28B-D501-70F3-C2B39CC9C6B4}"/>
                </a:ext>
              </a:extLst>
            </p:cNvPr>
            <p:cNvSpPr/>
            <p:nvPr/>
          </p:nvSpPr>
          <p:spPr>
            <a:xfrm>
              <a:off x="10250561" y="3425483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92</a:t>
              </a:r>
            </a:p>
          </p:txBody>
        </p:sp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F93F5255-4F30-DBC8-FE50-F86EAAFF30F4}"/>
                </a:ext>
              </a:extLst>
            </p:cNvPr>
            <p:cNvSpPr/>
            <p:nvPr/>
          </p:nvSpPr>
          <p:spPr>
            <a:xfrm>
              <a:off x="10264629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EFFC608D-1097-1083-5530-C8F154B201E6}"/>
                </a:ext>
              </a:extLst>
            </p:cNvPr>
            <p:cNvSpPr/>
            <p:nvPr/>
          </p:nvSpPr>
          <p:spPr>
            <a:xfrm>
              <a:off x="10825705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3809160" y="3029000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65573AA1-E972-7DA8-6AE6-F26EC6B7676F}"/>
              </a:ext>
            </a:extLst>
          </p:cNvPr>
          <p:cNvGrpSpPr/>
          <p:nvPr/>
        </p:nvGrpSpPr>
        <p:grpSpPr>
          <a:xfrm>
            <a:off x="2546335" y="1568928"/>
            <a:ext cx="1129730" cy="968431"/>
            <a:chOff x="1577009" y="3185708"/>
            <a:chExt cx="1129730" cy="968431"/>
          </a:xfrm>
        </p:grpSpPr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44A46A8A-F7F9-64AA-C1B6-C9FE158AF16E}"/>
                </a:ext>
              </a:extLst>
            </p:cNvPr>
            <p:cNvGrpSpPr/>
            <p:nvPr/>
          </p:nvGrpSpPr>
          <p:grpSpPr>
            <a:xfrm>
              <a:off x="1577009" y="3189324"/>
              <a:ext cx="940904" cy="964815"/>
              <a:chOff x="2130287" y="1870286"/>
              <a:chExt cx="940904" cy="964815"/>
            </a:xfrm>
          </p:grpSpPr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95B533E4-7DB6-1E68-FF10-F3C1ABE195AF}"/>
                  </a:ext>
                </a:extLst>
              </p:cNvPr>
              <p:cNvSpPr/>
              <p:nvPr/>
            </p:nvSpPr>
            <p:spPr>
              <a:xfrm>
                <a:off x="2130287" y="2013467"/>
                <a:ext cx="940904" cy="821634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32</a:t>
                </a:r>
              </a:p>
            </p:txBody>
          </p:sp>
          <p:sp>
            <p:nvSpPr>
              <p:cNvPr id="21" name="Elipse 20">
                <a:extLst>
                  <a:ext uri="{FF2B5EF4-FFF2-40B4-BE49-F238E27FC236}">
                    <a16:creationId xmlns:a16="http://schemas.microsoft.com/office/drawing/2014/main" id="{D334ED92-3186-9A75-3558-80400D3CB5AA}"/>
                  </a:ext>
                </a:extLst>
              </p:cNvPr>
              <p:cNvSpPr/>
              <p:nvPr/>
            </p:nvSpPr>
            <p:spPr>
              <a:xfrm>
                <a:off x="2144355" y="1870286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</a:t>
                </a:r>
              </a:p>
            </p:txBody>
          </p:sp>
        </p:grp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3DCDBD2D-7F90-31D3-7A1F-12A3EE9773C7}"/>
                </a:ext>
              </a:extLst>
            </p:cNvPr>
            <p:cNvSpPr/>
            <p:nvPr/>
          </p:nvSpPr>
          <p:spPr>
            <a:xfrm>
              <a:off x="2120937" y="3185708"/>
              <a:ext cx="585802" cy="551077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9F56A8B7-1217-1144-7E2A-6482F599B0C0}"/>
              </a:ext>
            </a:extLst>
          </p:cNvPr>
          <p:cNvGrpSpPr/>
          <p:nvPr/>
        </p:nvGrpSpPr>
        <p:grpSpPr>
          <a:xfrm>
            <a:off x="5241938" y="344740"/>
            <a:ext cx="940904" cy="1007883"/>
            <a:chOff x="3105189" y="1968542"/>
            <a:chExt cx="940904" cy="1007883"/>
          </a:xfrm>
        </p:grpSpPr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304A46E6-0B75-6BD4-A389-DE8A7771D05F}"/>
                </a:ext>
              </a:extLst>
            </p:cNvPr>
            <p:cNvGrpSpPr/>
            <p:nvPr/>
          </p:nvGrpSpPr>
          <p:grpSpPr>
            <a:xfrm>
              <a:off x="3105189" y="1968542"/>
              <a:ext cx="940904" cy="1007883"/>
              <a:chOff x="2130287" y="4636677"/>
              <a:chExt cx="940904" cy="1007883"/>
            </a:xfrm>
          </p:grpSpPr>
          <p:sp>
            <p:nvSpPr>
              <p:cNvPr id="30" name="Elipse 29">
                <a:extLst>
                  <a:ext uri="{FF2B5EF4-FFF2-40B4-BE49-F238E27FC236}">
                    <a16:creationId xmlns:a16="http://schemas.microsoft.com/office/drawing/2014/main" id="{BFBC23A9-A3EA-DD5E-3D18-DEB457A6A38E}"/>
                  </a:ext>
                </a:extLst>
              </p:cNvPr>
              <p:cNvSpPr/>
              <p:nvPr/>
            </p:nvSpPr>
            <p:spPr>
              <a:xfrm>
                <a:off x="2130287" y="4822926"/>
                <a:ext cx="940904" cy="82163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40</a:t>
                </a:r>
              </a:p>
            </p:txBody>
          </p:sp>
          <p:sp>
            <p:nvSpPr>
              <p:cNvPr id="41" name="Elipse 40">
                <a:extLst>
                  <a:ext uri="{FF2B5EF4-FFF2-40B4-BE49-F238E27FC236}">
                    <a16:creationId xmlns:a16="http://schemas.microsoft.com/office/drawing/2014/main" id="{38492621-2A10-479B-81A5-382B1EFBA237}"/>
                  </a:ext>
                </a:extLst>
              </p:cNvPr>
              <p:cNvSpPr/>
              <p:nvPr/>
            </p:nvSpPr>
            <p:spPr>
              <a:xfrm>
                <a:off x="2144355" y="4636677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5</a:t>
                </a:r>
              </a:p>
            </p:txBody>
          </p:sp>
        </p:grpSp>
        <p:sp>
          <p:nvSpPr>
            <p:cNvPr id="56" name="Elipse 55">
              <a:extLst>
                <a:ext uri="{FF2B5EF4-FFF2-40B4-BE49-F238E27FC236}">
                  <a16:creationId xmlns:a16="http://schemas.microsoft.com/office/drawing/2014/main" id="{E92B9414-BE16-3C99-98D6-6C79799CB89D}"/>
                </a:ext>
              </a:extLst>
            </p:cNvPr>
            <p:cNvSpPr/>
            <p:nvPr/>
          </p:nvSpPr>
          <p:spPr>
            <a:xfrm>
              <a:off x="3667886" y="1968542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84949111-2FB9-7A17-E29C-0CE03D23FA65}"/>
              </a:ext>
            </a:extLst>
          </p:cNvPr>
          <p:cNvCxnSpPr>
            <a:cxnSpLocks/>
            <a:stCxn id="48" idx="4"/>
            <a:endCxn id="22" idx="0"/>
          </p:cNvCxnSpPr>
          <p:nvPr/>
        </p:nvCxnSpPr>
        <p:spPr>
          <a:xfrm flipH="1">
            <a:off x="2928086" y="4035300"/>
            <a:ext cx="1351526" cy="78007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upo 62">
            <a:extLst>
              <a:ext uri="{FF2B5EF4-FFF2-40B4-BE49-F238E27FC236}">
                <a16:creationId xmlns:a16="http://schemas.microsoft.com/office/drawing/2014/main" id="{284C54AC-9982-6663-0215-197A246D5C2E}"/>
              </a:ext>
            </a:extLst>
          </p:cNvPr>
          <p:cNvGrpSpPr/>
          <p:nvPr/>
        </p:nvGrpSpPr>
        <p:grpSpPr>
          <a:xfrm>
            <a:off x="2457634" y="4630711"/>
            <a:ext cx="940904" cy="1006300"/>
            <a:chOff x="1574949" y="5819433"/>
            <a:chExt cx="940904" cy="1006300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45B4C521-27F7-2A62-1087-7231C2B5C17F}"/>
                </a:ext>
              </a:extLst>
            </p:cNvPr>
            <p:cNvSpPr/>
            <p:nvPr/>
          </p:nvSpPr>
          <p:spPr>
            <a:xfrm>
              <a:off x="1574949" y="6004099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38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18B40B47-C928-3611-2052-246C85E5B373}"/>
                </a:ext>
              </a:extLst>
            </p:cNvPr>
            <p:cNvSpPr/>
            <p:nvPr/>
          </p:nvSpPr>
          <p:spPr>
            <a:xfrm>
              <a:off x="1589017" y="5819433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928CDE38-B427-1391-8C55-05C6760480C2}"/>
                </a:ext>
              </a:extLst>
            </p:cNvPr>
            <p:cNvSpPr/>
            <p:nvPr/>
          </p:nvSpPr>
          <p:spPr>
            <a:xfrm>
              <a:off x="2150093" y="5819433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9CE42DDA-0D44-90EC-B070-AB7101A1661F}"/>
              </a:ext>
            </a:extLst>
          </p:cNvPr>
          <p:cNvGrpSpPr/>
          <p:nvPr/>
        </p:nvGrpSpPr>
        <p:grpSpPr>
          <a:xfrm>
            <a:off x="8105110" y="1807317"/>
            <a:ext cx="942536" cy="921945"/>
            <a:chOff x="5625548" y="337012"/>
            <a:chExt cx="942536" cy="921945"/>
          </a:xfrm>
        </p:grpSpPr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7BCDFCDE-F6A9-6FFC-DB3B-098FE0FFB131}"/>
                </a:ext>
              </a:extLst>
            </p:cNvPr>
            <p:cNvSpPr/>
            <p:nvPr/>
          </p:nvSpPr>
          <p:spPr>
            <a:xfrm>
              <a:off x="5625548" y="437323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52</a:t>
              </a: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EE647B6-9F10-7BCB-A0BD-0B3E5A96450B}"/>
                </a:ext>
              </a:extLst>
            </p:cNvPr>
            <p:cNvSpPr/>
            <p:nvPr/>
          </p:nvSpPr>
          <p:spPr>
            <a:xfrm>
              <a:off x="5641248" y="337012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</a:t>
              </a: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48010865-73A2-13DC-F0A3-D9EC2F59F92B}"/>
                </a:ext>
              </a:extLst>
            </p:cNvPr>
            <p:cNvSpPr/>
            <p:nvPr/>
          </p:nvSpPr>
          <p:spPr>
            <a:xfrm>
              <a:off x="6202324" y="350265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sp>
        <p:nvSpPr>
          <p:cNvPr id="54" name="Elipse 53">
            <a:extLst>
              <a:ext uri="{FF2B5EF4-FFF2-40B4-BE49-F238E27FC236}">
                <a16:creationId xmlns:a16="http://schemas.microsoft.com/office/drawing/2014/main" id="{CB65A801-65FB-3EFD-F24E-DF818932933D}"/>
              </a:ext>
            </a:extLst>
          </p:cNvPr>
          <p:cNvSpPr/>
          <p:nvPr/>
        </p:nvSpPr>
        <p:spPr>
          <a:xfrm>
            <a:off x="7403344" y="4815377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43</a:t>
            </a:r>
          </a:p>
        </p:txBody>
      </p: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C44020DD-13B7-FEC4-F9DE-12463A8165F9}"/>
              </a:ext>
            </a:extLst>
          </p:cNvPr>
          <p:cNvCxnSpPr>
            <a:cxnSpLocks/>
            <a:stCxn id="11" idx="4"/>
            <a:endCxn id="54" idx="0"/>
          </p:cNvCxnSpPr>
          <p:nvPr/>
        </p:nvCxnSpPr>
        <p:spPr>
          <a:xfrm>
            <a:off x="7131235" y="4111353"/>
            <a:ext cx="742561" cy="704024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Elipse 72">
            <a:extLst>
              <a:ext uri="{FF2B5EF4-FFF2-40B4-BE49-F238E27FC236}">
                <a16:creationId xmlns:a16="http://schemas.microsoft.com/office/drawing/2014/main" id="{0003DAEE-DFA3-907B-DC03-E38C1C02EB82}"/>
              </a:ext>
            </a:extLst>
          </p:cNvPr>
          <p:cNvSpPr/>
          <p:nvPr/>
        </p:nvSpPr>
        <p:spPr>
          <a:xfrm>
            <a:off x="7425274" y="4638260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A4DF4402-742B-CE21-D4E8-5EFBE97C8EC7}"/>
              </a:ext>
            </a:extLst>
          </p:cNvPr>
          <p:cNvSpPr/>
          <p:nvPr/>
        </p:nvSpPr>
        <p:spPr>
          <a:xfrm>
            <a:off x="7986350" y="4638260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75" name="Elipse 74">
            <a:extLst>
              <a:ext uri="{FF2B5EF4-FFF2-40B4-BE49-F238E27FC236}">
                <a16:creationId xmlns:a16="http://schemas.microsoft.com/office/drawing/2014/main" id="{47407948-B5B2-F8E5-5F50-761DCBDBBA82}"/>
              </a:ext>
            </a:extLst>
          </p:cNvPr>
          <p:cNvSpPr/>
          <p:nvPr/>
        </p:nvSpPr>
        <p:spPr>
          <a:xfrm>
            <a:off x="7141893" y="3043860"/>
            <a:ext cx="585802" cy="551077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-1</a:t>
            </a:r>
          </a:p>
        </p:txBody>
      </p:sp>
      <p:grpSp>
        <p:nvGrpSpPr>
          <p:cNvPr id="44" name="Grupo 43">
            <a:extLst>
              <a:ext uri="{FF2B5EF4-FFF2-40B4-BE49-F238E27FC236}">
                <a16:creationId xmlns:a16="http://schemas.microsoft.com/office/drawing/2014/main" id="{913EBD22-C1DF-CFBB-DB13-CF0203B077F4}"/>
              </a:ext>
            </a:extLst>
          </p:cNvPr>
          <p:cNvGrpSpPr/>
          <p:nvPr/>
        </p:nvGrpSpPr>
        <p:grpSpPr>
          <a:xfrm>
            <a:off x="5256006" y="4383996"/>
            <a:ext cx="1211516" cy="1260564"/>
            <a:chOff x="6223067" y="2846327"/>
            <a:chExt cx="1211516" cy="1260564"/>
          </a:xfrm>
        </p:grpSpPr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B84E2E83-DF1D-4401-64AA-3CEB04042FE1}"/>
                </a:ext>
              </a:extLst>
            </p:cNvPr>
            <p:cNvGrpSpPr/>
            <p:nvPr/>
          </p:nvGrpSpPr>
          <p:grpSpPr>
            <a:xfrm>
              <a:off x="6223067" y="3047580"/>
              <a:ext cx="940904" cy="1059311"/>
              <a:chOff x="253932" y="5798689"/>
              <a:chExt cx="940904" cy="1059311"/>
            </a:xfrm>
          </p:grpSpPr>
          <p:sp>
            <p:nvSpPr>
              <p:cNvPr id="31" name="Elipse 30">
                <a:extLst>
                  <a:ext uri="{FF2B5EF4-FFF2-40B4-BE49-F238E27FC236}">
                    <a16:creationId xmlns:a16="http://schemas.microsoft.com/office/drawing/2014/main" id="{00874E53-D1BB-B1AC-8797-F0FD9A89F358}"/>
                  </a:ext>
                </a:extLst>
              </p:cNvPr>
              <p:cNvSpPr/>
              <p:nvPr/>
            </p:nvSpPr>
            <p:spPr>
              <a:xfrm>
                <a:off x="253932" y="6036366"/>
                <a:ext cx="940904" cy="82163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41</a:t>
                </a:r>
              </a:p>
            </p:txBody>
          </p:sp>
          <p:sp>
            <p:nvSpPr>
              <p:cNvPr id="43" name="Elipse 42">
                <a:extLst>
                  <a:ext uri="{FF2B5EF4-FFF2-40B4-BE49-F238E27FC236}">
                    <a16:creationId xmlns:a16="http://schemas.microsoft.com/office/drawing/2014/main" id="{1201B0B8-0C12-58E9-C82D-9B5DCD576126}"/>
                  </a:ext>
                </a:extLst>
              </p:cNvPr>
              <p:cNvSpPr/>
              <p:nvPr/>
            </p:nvSpPr>
            <p:spPr>
              <a:xfrm>
                <a:off x="253932" y="579868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</a:t>
                </a:r>
              </a:p>
            </p:txBody>
          </p:sp>
        </p:grpSp>
        <p:sp>
          <p:nvSpPr>
            <p:cNvPr id="76" name="Elipse 75">
              <a:extLst>
                <a:ext uri="{FF2B5EF4-FFF2-40B4-BE49-F238E27FC236}">
                  <a16:creationId xmlns:a16="http://schemas.microsoft.com/office/drawing/2014/main" id="{892110D9-D37A-1319-7DC8-C8387967E1A9}"/>
                </a:ext>
              </a:extLst>
            </p:cNvPr>
            <p:cNvSpPr/>
            <p:nvPr/>
          </p:nvSpPr>
          <p:spPr>
            <a:xfrm>
              <a:off x="6682861" y="2957123"/>
              <a:ext cx="585802" cy="551077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-2</a:t>
              </a:r>
            </a:p>
          </p:txBody>
        </p:sp>
        <p:sp>
          <p:nvSpPr>
            <p:cNvPr id="77" name="Elipse 76">
              <a:extLst>
                <a:ext uri="{FF2B5EF4-FFF2-40B4-BE49-F238E27FC236}">
                  <a16:creationId xmlns:a16="http://schemas.microsoft.com/office/drawing/2014/main" id="{F920D4A1-C25F-30D9-9D80-F0EEC1C8F937}"/>
                </a:ext>
              </a:extLst>
            </p:cNvPr>
            <p:cNvSpPr/>
            <p:nvPr/>
          </p:nvSpPr>
          <p:spPr>
            <a:xfrm>
              <a:off x="6550769" y="2846327"/>
              <a:ext cx="883814" cy="754511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  <p:sp>
        <p:nvSpPr>
          <p:cNvPr id="81" name="Elipse 80">
            <a:extLst>
              <a:ext uri="{FF2B5EF4-FFF2-40B4-BE49-F238E27FC236}">
                <a16:creationId xmlns:a16="http://schemas.microsoft.com/office/drawing/2014/main" id="{10FD9802-895E-3186-650A-BE9B5F3715B6}"/>
              </a:ext>
            </a:extLst>
          </p:cNvPr>
          <p:cNvSpPr/>
          <p:nvPr/>
        </p:nvSpPr>
        <p:spPr>
          <a:xfrm>
            <a:off x="5688475" y="253867"/>
            <a:ext cx="585802" cy="551077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1360824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8566613-D873-1365-90D3-02B1928A6103}"/>
              </a:ext>
            </a:extLst>
          </p:cNvPr>
          <p:cNvCxnSpPr>
            <a:cxnSpLocks/>
            <a:stCxn id="61" idx="4"/>
            <a:endCxn id="11" idx="0"/>
          </p:cNvCxnSpPr>
          <p:nvPr/>
        </p:nvCxnSpPr>
        <p:spPr>
          <a:xfrm flipH="1">
            <a:off x="6787241" y="2729262"/>
            <a:ext cx="1788321" cy="56570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94CCAA7-69C5-566E-0CB3-70E5332C2F6E}"/>
              </a:ext>
            </a:extLst>
          </p:cNvPr>
          <p:cNvCxnSpPr>
            <a:cxnSpLocks/>
            <a:stCxn id="4" idx="4"/>
            <a:endCxn id="48" idx="0"/>
          </p:cNvCxnSpPr>
          <p:nvPr/>
        </p:nvCxnSpPr>
        <p:spPr>
          <a:xfrm>
            <a:off x="3016787" y="2537359"/>
            <a:ext cx="1262825" cy="67630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520EB96-A241-F4F7-F7A0-93FC4DEE76F4}"/>
              </a:ext>
            </a:extLst>
          </p:cNvPr>
          <p:cNvCxnSpPr>
            <a:cxnSpLocks/>
            <a:stCxn id="11" idx="4"/>
            <a:endCxn id="31" idx="0"/>
          </p:cNvCxnSpPr>
          <p:nvPr/>
        </p:nvCxnSpPr>
        <p:spPr>
          <a:xfrm flipH="1">
            <a:off x="5726458" y="4116598"/>
            <a:ext cx="1060783" cy="70632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9B7F7F0-246E-FE61-7AB6-E9B53BF78F50}"/>
              </a:ext>
            </a:extLst>
          </p:cNvPr>
          <p:cNvSpPr txBox="1"/>
          <p:nvPr/>
        </p:nvSpPr>
        <p:spPr>
          <a:xfrm>
            <a:off x="6473720" y="662609"/>
            <a:ext cx="183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Nuevo Nodo Raíz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7BE3E4-473F-4BAF-3C12-8F0BF0C64A42}"/>
              </a:ext>
            </a:extLst>
          </p:cNvPr>
          <p:cNvSpPr/>
          <p:nvPr/>
        </p:nvSpPr>
        <p:spPr>
          <a:xfrm>
            <a:off x="10825705" y="4822926"/>
            <a:ext cx="940904" cy="8216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413F5-CD57-F656-3F1F-74A3BF5CA9E8}"/>
              </a:ext>
            </a:extLst>
          </p:cNvPr>
          <p:cNvSpPr txBox="1"/>
          <p:nvPr/>
        </p:nvSpPr>
        <p:spPr>
          <a:xfrm>
            <a:off x="2130287" y="662609"/>
            <a:ext cx="16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Siguiente nodo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B59D-53D9-81A2-14A4-84F656278E95}"/>
              </a:ext>
            </a:extLst>
          </p:cNvPr>
          <p:cNvCxnSpPr/>
          <p:nvPr/>
        </p:nvCxnSpPr>
        <p:spPr>
          <a:xfrm flipH="1">
            <a:off x="1656522" y="847275"/>
            <a:ext cx="3445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8C1B391-F71A-7C24-9305-32A69EF62FE1}"/>
              </a:ext>
            </a:extLst>
          </p:cNvPr>
          <p:cNvCxnSpPr>
            <a:cxnSpLocks/>
            <a:stCxn id="30" idx="4"/>
            <a:endCxn id="61" idx="0"/>
          </p:cNvCxnSpPr>
          <p:nvPr/>
        </p:nvCxnSpPr>
        <p:spPr>
          <a:xfrm>
            <a:off x="5712390" y="1352623"/>
            <a:ext cx="2863172" cy="55500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4E219-255E-665E-8003-E1E1457CA303}"/>
              </a:ext>
            </a:extLst>
          </p:cNvPr>
          <p:cNvCxnSpPr>
            <a:cxnSpLocks/>
            <a:stCxn id="61" idx="4"/>
            <a:endCxn id="6" idx="0"/>
          </p:cNvCxnSpPr>
          <p:nvPr/>
        </p:nvCxnSpPr>
        <p:spPr>
          <a:xfrm>
            <a:off x="8575562" y="2729262"/>
            <a:ext cx="1895491" cy="455723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B90FD8B-AA79-CFE2-E659-583D284CA3B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1070618" y="2537359"/>
            <a:ext cx="1946169" cy="224408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ECD5598-1CE3-6F7C-9DF4-0923D577E1D3}"/>
              </a:ext>
            </a:extLst>
          </p:cNvPr>
          <p:cNvCxnSpPr>
            <a:cxnSpLocks/>
            <a:stCxn id="30" idx="4"/>
            <a:endCxn id="4" idx="0"/>
          </p:cNvCxnSpPr>
          <p:nvPr/>
        </p:nvCxnSpPr>
        <p:spPr>
          <a:xfrm flipH="1">
            <a:off x="3016787" y="1352623"/>
            <a:ext cx="2695603" cy="36310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A8878DA-0233-0215-5884-E2D040265327}"/>
              </a:ext>
            </a:extLst>
          </p:cNvPr>
          <p:cNvSpPr/>
          <p:nvPr/>
        </p:nvSpPr>
        <p:spPr>
          <a:xfrm>
            <a:off x="9412918" y="124104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1A0F0A-8442-43F1-54FF-E7BECC7127C7}"/>
              </a:ext>
            </a:extLst>
          </p:cNvPr>
          <p:cNvSpPr/>
          <p:nvPr/>
        </p:nvSpPr>
        <p:spPr>
          <a:xfrm>
            <a:off x="9412918" y="621114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F964CD-6F9A-FB4F-74CC-167422C04B58}"/>
              </a:ext>
            </a:extLst>
          </p:cNvPr>
          <p:cNvSpPr txBox="1"/>
          <p:nvPr/>
        </p:nvSpPr>
        <p:spPr>
          <a:xfrm>
            <a:off x="9903656" y="124104"/>
            <a:ext cx="113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Altura (h)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F19D63-68BB-8E70-F24C-9368543DA279}"/>
              </a:ext>
            </a:extLst>
          </p:cNvPr>
          <p:cNvSpPr txBox="1"/>
          <p:nvPr/>
        </p:nvSpPr>
        <p:spPr>
          <a:xfrm>
            <a:off x="9903656" y="609182"/>
            <a:ext cx="24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Factor de equilibrio(FE)</a:t>
            </a:r>
          </a:p>
        </p:txBody>
      </p:sp>
      <p:grpSp>
        <p:nvGrpSpPr>
          <p:cNvPr id="66" name="Grupo 65">
            <a:extLst>
              <a:ext uri="{FF2B5EF4-FFF2-40B4-BE49-F238E27FC236}">
                <a16:creationId xmlns:a16="http://schemas.microsoft.com/office/drawing/2014/main" id="{A5CDD6DB-5033-E8A6-B5DE-62E2A81BA9AB}"/>
              </a:ext>
            </a:extLst>
          </p:cNvPr>
          <p:cNvGrpSpPr/>
          <p:nvPr/>
        </p:nvGrpSpPr>
        <p:grpSpPr>
          <a:xfrm>
            <a:off x="10000601" y="3016197"/>
            <a:ext cx="940904" cy="990422"/>
            <a:chOff x="9813293" y="3026748"/>
            <a:chExt cx="940904" cy="990422"/>
          </a:xfrm>
        </p:grpSpPr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E5B7FF71-23D5-F474-A73A-57649B4BA72A}"/>
                </a:ext>
              </a:extLst>
            </p:cNvPr>
            <p:cNvGrpSpPr/>
            <p:nvPr/>
          </p:nvGrpSpPr>
          <p:grpSpPr>
            <a:xfrm>
              <a:off x="9813293" y="3029000"/>
              <a:ext cx="940904" cy="988170"/>
              <a:chOff x="9182797" y="3047130"/>
              <a:chExt cx="940904" cy="988170"/>
            </a:xfrm>
          </p:grpSpPr>
          <p:sp>
            <p:nvSpPr>
              <p:cNvPr id="6" name="Elipse 5">
                <a:extLst>
                  <a:ext uri="{FF2B5EF4-FFF2-40B4-BE49-F238E27FC236}">
                    <a16:creationId xmlns:a16="http://schemas.microsoft.com/office/drawing/2014/main" id="{8069DB84-FD35-C3D0-D1CA-D3104AF028E8}"/>
                  </a:ext>
                </a:extLst>
              </p:cNvPr>
              <p:cNvSpPr/>
              <p:nvPr/>
            </p:nvSpPr>
            <p:spPr>
              <a:xfrm>
                <a:off x="9182797" y="3213666"/>
                <a:ext cx="940904" cy="821634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82</a:t>
                </a:r>
              </a:p>
            </p:txBody>
          </p:sp>
          <p:sp>
            <p:nvSpPr>
              <p:cNvPr id="23" name="Elipse 22">
                <a:extLst>
                  <a:ext uri="{FF2B5EF4-FFF2-40B4-BE49-F238E27FC236}">
                    <a16:creationId xmlns:a16="http://schemas.microsoft.com/office/drawing/2014/main" id="{4672234E-4F5C-8564-F699-A9DFE9DA1C7D}"/>
                  </a:ext>
                </a:extLst>
              </p:cNvPr>
              <p:cNvSpPr/>
              <p:nvPr/>
            </p:nvSpPr>
            <p:spPr>
              <a:xfrm>
                <a:off x="9199261" y="3047130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2</a:t>
                </a:r>
              </a:p>
            </p:txBody>
          </p:sp>
        </p:grp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91B44263-D517-4E6C-07E7-AC613E173CBA}"/>
                </a:ext>
              </a:extLst>
            </p:cNvPr>
            <p:cNvSpPr/>
            <p:nvPr/>
          </p:nvSpPr>
          <p:spPr>
            <a:xfrm>
              <a:off x="10378545" y="3026748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7CCE36B-6963-F797-0FB7-ED9465AAA818}"/>
              </a:ext>
            </a:extLst>
          </p:cNvPr>
          <p:cNvGrpSpPr/>
          <p:nvPr/>
        </p:nvGrpSpPr>
        <p:grpSpPr>
          <a:xfrm>
            <a:off x="600166" y="4638260"/>
            <a:ext cx="940904" cy="964815"/>
            <a:chOff x="344556" y="3285819"/>
            <a:chExt cx="940904" cy="964815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BDF68C6-0AF1-C7FC-AFCF-73201E3743EB}"/>
                </a:ext>
              </a:extLst>
            </p:cNvPr>
            <p:cNvSpPr/>
            <p:nvPr/>
          </p:nvSpPr>
          <p:spPr>
            <a:xfrm>
              <a:off x="344556" y="3429000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22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074185-506D-772E-EBE3-9DE5C57CA9ED}"/>
                </a:ext>
              </a:extLst>
            </p:cNvPr>
            <p:cNvGrpSpPr/>
            <p:nvPr/>
          </p:nvGrpSpPr>
          <p:grpSpPr>
            <a:xfrm>
              <a:off x="358624" y="3285819"/>
              <a:ext cx="926836" cy="369332"/>
              <a:chOff x="358624" y="3285819"/>
              <a:chExt cx="926836" cy="36933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67CDEC9-F0F2-720E-3807-6E9F4C9957EF}"/>
                  </a:ext>
                </a:extLst>
              </p:cNvPr>
              <p:cNvSpPr/>
              <p:nvPr/>
            </p:nvSpPr>
            <p:spPr>
              <a:xfrm>
                <a:off x="358624" y="3285819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9963CCB-E936-4431-E94C-D5F15AA4B404}"/>
                  </a:ext>
                </a:extLst>
              </p:cNvPr>
              <p:cNvSpPr/>
              <p:nvPr/>
            </p:nvSpPr>
            <p:spPr>
              <a:xfrm>
                <a:off x="919700" y="3285819"/>
                <a:ext cx="365760" cy="3693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</a:t>
                </a:r>
              </a:p>
            </p:txBody>
          </p: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BBBEB20-656F-6A78-FE82-55031D5C8FAA}"/>
              </a:ext>
            </a:extLst>
          </p:cNvPr>
          <p:cNvGrpSpPr/>
          <p:nvPr/>
        </p:nvGrpSpPr>
        <p:grpSpPr>
          <a:xfrm>
            <a:off x="6316789" y="3151783"/>
            <a:ext cx="940904" cy="964815"/>
            <a:chOff x="6007008" y="5749137"/>
            <a:chExt cx="940904" cy="964815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63C01D-F8ED-4388-1089-F605E7210CDB}"/>
                </a:ext>
              </a:extLst>
            </p:cNvPr>
            <p:cNvSpPr/>
            <p:nvPr/>
          </p:nvSpPr>
          <p:spPr>
            <a:xfrm>
              <a:off x="6007008" y="5892318"/>
              <a:ext cx="940904" cy="821634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42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5D14515-B1D4-A167-9CD0-4F973936419B}"/>
                </a:ext>
              </a:extLst>
            </p:cNvPr>
            <p:cNvSpPr/>
            <p:nvPr/>
          </p:nvSpPr>
          <p:spPr>
            <a:xfrm>
              <a:off x="6021076" y="5749137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D9B2EF5-70E3-18EA-3E8A-38366BB2EE82}"/>
              </a:ext>
            </a:extLst>
          </p:cNvPr>
          <p:cNvCxnSpPr>
            <a:cxnSpLocks/>
            <a:stCxn id="6" idx="4"/>
            <a:endCxn id="13" idx="0"/>
          </p:cNvCxnSpPr>
          <p:nvPr/>
        </p:nvCxnSpPr>
        <p:spPr>
          <a:xfrm flipH="1">
            <a:off x="9264505" y="4006619"/>
            <a:ext cx="1206548" cy="816307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upo 68">
            <a:extLst>
              <a:ext uri="{FF2B5EF4-FFF2-40B4-BE49-F238E27FC236}">
                <a16:creationId xmlns:a16="http://schemas.microsoft.com/office/drawing/2014/main" id="{2E002A1E-E70A-EB76-539A-F6E98B652F03}"/>
              </a:ext>
            </a:extLst>
          </p:cNvPr>
          <p:cNvGrpSpPr/>
          <p:nvPr/>
        </p:nvGrpSpPr>
        <p:grpSpPr>
          <a:xfrm>
            <a:off x="8794053" y="4638260"/>
            <a:ext cx="940904" cy="1006300"/>
            <a:chOff x="6791742" y="3285819"/>
            <a:chExt cx="940904" cy="1006300"/>
          </a:xfrm>
        </p:grpSpPr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BDBEA863-BBA6-607C-B0E6-AB3EC3215736}"/>
                </a:ext>
              </a:extLst>
            </p:cNvPr>
            <p:cNvSpPr/>
            <p:nvPr/>
          </p:nvSpPr>
          <p:spPr>
            <a:xfrm>
              <a:off x="6791742" y="3470485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72</a:t>
              </a:r>
            </a:p>
          </p:txBody>
        </p:sp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C73F941F-C581-2599-2E0F-7BDA60827874}"/>
                </a:ext>
              </a:extLst>
            </p:cNvPr>
            <p:cNvSpPr/>
            <p:nvPr/>
          </p:nvSpPr>
          <p:spPr>
            <a:xfrm>
              <a:off x="6805810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CD5B4F8F-D195-673E-639C-ADA508F413C3}"/>
                </a:ext>
              </a:extLst>
            </p:cNvPr>
            <p:cNvSpPr/>
            <p:nvPr/>
          </p:nvSpPr>
          <p:spPr>
            <a:xfrm>
              <a:off x="7366886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8B1575D-F4D8-8A48-9CD1-8DDE7E23439A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10471053" y="4006619"/>
            <a:ext cx="1098628" cy="808758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upo 70">
            <a:extLst>
              <a:ext uri="{FF2B5EF4-FFF2-40B4-BE49-F238E27FC236}">
                <a16:creationId xmlns:a16="http://schemas.microsoft.com/office/drawing/2014/main" id="{66DA36B7-7CB6-57C8-7388-584D0C07A655}"/>
              </a:ext>
            </a:extLst>
          </p:cNvPr>
          <p:cNvGrpSpPr/>
          <p:nvPr/>
        </p:nvGrpSpPr>
        <p:grpSpPr>
          <a:xfrm>
            <a:off x="11099229" y="4675713"/>
            <a:ext cx="940904" cy="961298"/>
            <a:chOff x="10250561" y="3285819"/>
            <a:chExt cx="940904" cy="961298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745AA591-E28B-D501-70F3-C2B39CC9C6B4}"/>
                </a:ext>
              </a:extLst>
            </p:cNvPr>
            <p:cNvSpPr/>
            <p:nvPr/>
          </p:nvSpPr>
          <p:spPr>
            <a:xfrm>
              <a:off x="10250561" y="3425483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92</a:t>
              </a:r>
            </a:p>
          </p:txBody>
        </p:sp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F93F5255-4F30-DBC8-FE50-F86EAAFF30F4}"/>
                </a:ext>
              </a:extLst>
            </p:cNvPr>
            <p:cNvSpPr/>
            <p:nvPr/>
          </p:nvSpPr>
          <p:spPr>
            <a:xfrm>
              <a:off x="10264629" y="328581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EFFC608D-1097-1083-5530-C8F154B201E6}"/>
                </a:ext>
              </a:extLst>
            </p:cNvPr>
            <p:cNvSpPr/>
            <p:nvPr/>
          </p:nvSpPr>
          <p:spPr>
            <a:xfrm>
              <a:off x="10825705" y="3285819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45" name="Elipse 44">
            <a:extLst>
              <a:ext uri="{FF2B5EF4-FFF2-40B4-BE49-F238E27FC236}">
                <a16:creationId xmlns:a16="http://schemas.microsoft.com/office/drawing/2014/main" id="{4B7519DB-99E2-1FF9-4337-CD67E59D05F8}"/>
              </a:ext>
            </a:extLst>
          </p:cNvPr>
          <p:cNvSpPr/>
          <p:nvPr/>
        </p:nvSpPr>
        <p:spPr>
          <a:xfrm>
            <a:off x="344556" y="436458"/>
            <a:ext cx="940904" cy="8216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46C739C-2390-AAA3-CEDF-717B58A6E785}"/>
              </a:ext>
            </a:extLst>
          </p:cNvPr>
          <p:cNvGrpSpPr/>
          <p:nvPr/>
        </p:nvGrpSpPr>
        <p:grpSpPr>
          <a:xfrm>
            <a:off x="3809160" y="3029000"/>
            <a:ext cx="940904" cy="1006300"/>
            <a:chOff x="1102580" y="5779676"/>
            <a:chExt cx="940904" cy="1006300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58BDA68D-2AAC-0CA4-0665-CE1572BBA45D}"/>
                </a:ext>
              </a:extLst>
            </p:cNvPr>
            <p:cNvSpPr/>
            <p:nvPr/>
          </p:nvSpPr>
          <p:spPr>
            <a:xfrm>
              <a:off x="1102580" y="5964342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39</a:t>
              </a: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1C6D25AD-1CF6-8B44-160B-6D6CC0EF255D}"/>
                </a:ext>
              </a:extLst>
            </p:cNvPr>
            <p:cNvSpPr/>
            <p:nvPr/>
          </p:nvSpPr>
          <p:spPr>
            <a:xfrm>
              <a:off x="1116648" y="5779676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26939D67-1A91-1A20-8D53-A9258DF02020}"/>
                </a:ext>
              </a:extLst>
            </p:cNvPr>
            <p:cNvSpPr/>
            <p:nvPr/>
          </p:nvSpPr>
          <p:spPr>
            <a:xfrm>
              <a:off x="1677724" y="5779676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65573AA1-E972-7DA8-6AE6-F26EC6B7676F}"/>
              </a:ext>
            </a:extLst>
          </p:cNvPr>
          <p:cNvGrpSpPr/>
          <p:nvPr/>
        </p:nvGrpSpPr>
        <p:grpSpPr>
          <a:xfrm>
            <a:off x="2546335" y="1568928"/>
            <a:ext cx="1129730" cy="968431"/>
            <a:chOff x="1577009" y="3185708"/>
            <a:chExt cx="1129730" cy="968431"/>
          </a:xfrm>
        </p:grpSpPr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44A46A8A-F7F9-64AA-C1B6-C9FE158AF16E}"/>
                </a:ext>
              </a:extLst>
            </p:cNvPr>
            <p:cNvGrpSpPr/>
            <p:nvPr/>
          </p:nvGrpSpPr>
          <p:grpSpPr>
            <a:xfrm>
              <a:off x="1577009" y="3189324"/>
              <a:ext cx="940904" cy="964815"/>
              <a:chOff x="2130287" y="1870286"/>
              <a:chExt cx="940904" cy="964815"/>
            </a:xfrm>
          </p:grpSpPr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95B533E4-7DB6-1E68-FF10-F3C1ABE195AF}"/>
                  </a:ext>
                </a:extLst>
              </p:cNvPr>
              <p:cNvSpPr/>
              <p:nvPr/>
            </p:nvSpPr>
            <p:spPr>
              <a:xfrm>
                <a:off x="2130287" y="2013467"/>
                <a:ext cx="940904" cy="821634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32</a:t>
                </a:r>
              </a:p>
            </p:txBody>
          </p:sp>
          <p:sp>
            <p:nvSpPr>
              <p:cNvPr id="21" name="Elipse 20">
                <a:extLst>
                  <a:ext uri="{FF2B5EF4-FFF2-40B4-BE49-F238E27FC236}">
                    <a16:creationId xmlns:a16="http://schemas.microsoft.com/office/drawing/2014/main" id="{D334ED92-3186-9A75-3558-80400D3CB5AA}"/>
                  </a:ext>
                </a:extLst>
              </p:cNvPr>
              <p:cNvSpPr/>
              <p:nvPr/>
            </p:nvSpPr>
            <p:spPr>
              <a:xfrm>
                <a:off x="2144355" y="1870286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3</a:t>
                </a:r>
              </a:p>
            </p:txBody>
          </p:sp>
        </p:grp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3DCDBD2D-7F90-31D3-7A1F-12A3EE9773C7}"/>
                </a:ext>
              </a:extLst>
            </p:cNvPr>
            <p:cNvSpPr/>
            <p:nvPr/>
          </p:nvSpPr>
          <p:spPr>
            <a:xfrm>
              <a:off x="2120937" y="3185708"/>
              <a:ext cx="585802" cy="551077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-1</a:t>
              </a:r>
            </a:p>
          </p:txBody>
        </p:sp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9F56A8B7-1217-1144-7E2A-6482F599B0C0}"/>
              </a:ext>
            </a:extLst>
          </p:cNvPr>
          <p:cNvGrpSpPr/>
          <p:nvPr/>
        </p:nvGrpSpPr>
        <p:grpSpPr>
          <a:xfrm>
            <a:off x="5241938" y="344740"/>
            <a:ext cx="940904" cy="1007883"/>
            <a:chOff x="3105189" y="1968542"/>
            <a:chExt cx="940904" cy="1007883"/>
          </a:xfrm>
        </p:grpSpPr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304A46E6-0B75-6BD4-A389-DE8A7771D05F}"/>
                </a:ext>
              </a:extLst>
            </p:cNvPr>
            <p:cNvGrpSpPr/>
            <p:nvPr/>
          </p:nvGrpSpPr>
          <p:grpSpPr>
            <a:xfrm>
              <a:off x="3105189" y="1968542"/>
              <a:ext cx="940904" cy="1007883"/>
              <a:chOff x="2130287" y="4636677"/>
              <a:chExt cx="940904" cy="1007883"/>
            </a:xfrm>
          </p:grpSpPr>
          <p:sp>
            <p:nvSpPr>
              <p:cNvPr id="30" name="Elipse 29">
                <a:extLst>
                  <a:ext uri="{FF2B5EF4-FFF2-40B4-BE49-F238E27FC236}">
                    <a16:creationId xmlns:a16="http://schemas.microsoft.com/office/drawing/2014/main" id="{BFBC23A9-A3EA-DD5E-3D18-DEB457A6A38E}"/>
                  </a:ext>
                </a:extLst>
              </p:cNvPr>
              <p:cNvSpPr/>
              <p:nvPr/>
            </p:nvSpPr>
            <p:spPr>
              <a:xfrm>
                <a:off x="2130287" y="4822926"/>
                <a:ext cx="940904" cy="82163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40</a:t>
                </a:r>
              </a:p>
            </p:txBody>
          </p:sp>
          <p:sp>
            <p:nvSpPr>
              <p:cNvPr id="41" name="Elipse 40">
                <a:extLst>
                  <a:ext uri="{FF2B5EF4-FFF2-40B4-BE49-F238E27FC236}">
                    <a16:creationId xmlns:a16="http://schemas.microsoft.com/office/drawing/2014/main" id="{38492621-2A10-479B-81A5-382B1EFBA237}"/>
                  </a:ext>
                </a:extLst>
              </p:cNvPr>
              <p:cNvSpPr/>
              <p:nvPr/>
            </p:nvSpPr>
            <p:spPr>
              <a:xfrm>
                <a:off x="2144355" y="4636677"/>
                <a:ext cx="365760" cy="3693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4</a:t>
                </a:r>
              </a:p>
            </p:txBody>
          </p:sp>
        </p:grpSp>
        <p:sp>
          <p:nvSpPr>
            <p:cNvPr id="56" name="Elipse 55">
              <a:extLst>
                <a:ext uri="{FF2B5EF4-FFF2-40B4-BE49-F238E27FC236}">
                  <a16:creationId xmlns:a16="http://schemas.microsoft.com/office/drawing/2014/main" id="{E92B9414-BE16-3C99-98D6-6C79799CB89D}"/>
                </a:ext>
              </a:extLst>
            </p:cNvPr>
            <p:cNvSpPr/>
            <p:nvPr/>
          </p:nvSpPr>
          <p:spPr>
            <a:xfrm>
              <a:off x="3667886" y="1968542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84949111-2FB9-7A17-E29C-0CE03D23FA65}"/>
              </a:ext>
            </a:extLst>
          </p:cNvPr>
          <p:cNvCxnSpPr>
            <a:cxnSpLocks/>
            <a:stCxn id="48" idx="4"/>
            <a:endCxn id="22" idx="0"/>
          </p:cNvCxnSpPr>
          <p:nvPr/>
        </p:nvCxnSpPr>
        <p:spPr>
          <a:xfrm flipH="1">
            <a:off x="3363068" y="4035300"/>
            <a:ext cx="916544" cy="746141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upo 62">
            <a:extLst>
              <a:ext uri="{FF2B5EF4-FFF2-40B4-BE49-F238E27FC236}">
                <a16:creationId xmlns:a16="http://schemas.microsoft.com/office/drawing/2014/main" id="{284C54AC-9982-6663-0215-197A246D5C2E}"/>
              </a:ext>
            </a:extLst>
          </p:cNvPr>
          <p:cNvGrpSpPr/>
          <p:nvPr/>
        </p:nvGrpSpPr>
        <p:grpSpPr>
          <a:xfrm>
            <a:off x="2892616" y="4596775"/>
            <a:ext cx="940904" cy="1006300"/>
            <a:chOff x="1574949" y="5819433"/>
            <a:chExt cx="940904" cy="1006300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45B4C521-27F7-2A62-1087-7231C2B5C17F}"/>
                </a:ext>
              </a:extLst>
            </p:cNvPr>
            <p:cNvSpPr/>
            <p:nvPr/>
          </p:nvSpPr>
          <p:spPr>
            <a:xfrm>
              <a:off x="1574949" y="6004099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38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18B40B47-C928-3611-2052-246C85E5B373}"/>
                </a:ext>
              </a:extLst>
            </p:cNvPr>
            <p:cNvSpPr/>
            <p:nvPr/>
          </p:nvSpPr>
          <p:spPr>
            <a:xfrm>
              <a:off x="1589017" y="5819433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928CDE38-B427-1391-8C55-05C6760480C2}"/>
                </a:ext>
              </a:extLst>
            </p:cNvPr>
            <p:cNvSpPr/>
            <p:nvPr/>
          </p:nvSpPr>
          <p:spPr>
            <a:xfrm>
              <a:off x="2150093" y="5819433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9CE42DDA-0D44-90EC-B070-AB7101A1661F}"/>
              </a:ext>
            </a:extLst>
          </p:cNvPr>
          <p:cNvGrpSpPr/>
          <p:nvPr/>
        </p:nvGrpSpPr>
        <p:grpSpPr>
          <a:xfrm>
            <a:off x="8105110" y="1807317"/>
            <a:ext cx="942536" cy="921945"/>
            <a:chOff x="5625548" y="337012"/>
            <a:chExt cx="942536" cy="921945"/>
          </a:xfrm>
        </p:grpSpPr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7BCDFCDE-F6A9-6FFC-DB3B-098FE0FFB131}"/>
                </a:ext>
              </a:extLst>
            </p:cNvPr>
            <p:cNvSpPr/>
            <p:nvPr/>
          </p:nvSpPr>
          <p:spPr>
            <a:xfrm>
              <a:off x="5625548" y="437323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52</a:t>
              </a: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EE647B6-9F10-7BCB-A0BD-0B3E5A96450B}"/>
                </a:ext>
              </a:extLst>
            </p:cNvPr>
            <p:cNvSpPr/>
            <p:nvPr/>
          </p:nvSpPr>
          <p:spPr>
            <a:xfrm>
              <a:off x="5641248" y="337012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3</a:t>
              </a: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48010865-73A2-13DC-F0A3-D9EC2F59F92B}"/>
                </a:ext>
              </a:extLst>
            </p:cNvPr>
            <p:cNvSpPr/>
            <p:nvPr/>
          </p:nvSpPr>
          <p:spPr>
            <a:xfrm>
              <a:off x="6202324" y="350265"/>
              <a:ext cx="365760" cy="3693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0</a:t>
              </a:r>
            </a:p>
          </p:txBody>
        </p:sp>
      </p:grpSp>
      <p:sp>
        <p:nvSpPr>
          <p:cNvPr id="54" name="Elipse 53">
            <a:extLst>
              <a:ext uri="{FF2B5EF4-FFF2-40B4-BE49-F238E27FC236}">
                <a16:creationId xmlns:a16="http://schemas.microsoft.com/office/drawing/2014/main" id="{CB65A801-65FB-3EFD-F24E-DF818932933D}"/>
              </a:ext>
            </a:extLst>
          </p:cNvPr>
          <p:cNvSpPr/>
          <p:nvPr/>
        </p:nvSpPr>
        <p:spPr>
          <a:xfrm>
            <a:off x="7403344" y="4815377"/>
            <a:ext cx="940904" cy="82163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43</a:t>
            </a:r>
          </a:p>
        </p:txBody>
      </p: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C44020DD-13B7-FEC4-F9DE-12463A8165F9}"/>
              </a:ext>
            </a:extLst>
          </p:cNvPr>
          <p:cNvCxnSpPr>
            <a:cxnSpLocks/>
            <a:stCxn id="11" idx="4"/>
            <a:endCxn id="54" idx="0"/>
          </p:cNvCxnSpPr>
          <p:nvPr/>
        </p:nvCxnSpPr>
        <p:spPr>
          <a:xfrm>
            <a:off x="6787241" y="4116598"/>
            <a:ext cx="1086555" cy="69877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Elipse 72">
            <a:extLst>
              <a:ext uri="{FF2B5EF4-FFF2-40B4-BE49-F238E27FC236}">
                <a16:creationId xmlns:a16="http://schemas.microsoft.com/office/drawing/2014/main" id="{0003DAEE-DFA3-907B-DC03-E38C1C02EB82}"/>
              </a:ext>
            </a:extLst>
          </p:cNvPr>
          <p:cNvSpPr/>
          <p:nvPr/>
        </p:nvSpPr>
        <p:spPr>
          <a:xfrm>
            <a:off x="7425274" y="4638260"/>
            <a:ext cx="36576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A4DF4402-742B-CE21-D4E8-5EFBE97C8EC7}"/>
              </a:ext>
            </a:extLst>
          </p:cNvPr>
          <p:cNvSpPr/>
          <p:nvPr/>
        </p:nvSpPr>
        <p:spPr>
          <a:xfrm>
            <a:off x="7986350" y="4638260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84E2E83-DF1D-4401-64AA-3CEB04042FE1}"/>
              </a:ext>
            </a:extLst>
          </p:cNvPr>
          <p:cNvGrpSpPr/>
          <p:nvPr/>
        </p:nvGrpSpPr>
        <p:grpSpPr>
          <a:xfrm>
            <a:off x="5256006" y="4585249"/>
            <a:ext cx="940904" cy="1059311"/>
            <a:chOff x="253932" y="5798689"/>
            <a:chExt cx="940904" cy="1059311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0874E53-D1BB-B1AC-8797-F0FD9A89F358}"/>
                </a:ext>
              </a:extLst>
            </p:cNvPr>
            <p:cNvSpPr/>
            <p:nvPr/>
          </p:nvSpPr>
          <p:spPr>
            <a:xfrm>
              <a:off x="253932" y="6036366"/>
              <a:ext cx="940904" cy="82163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41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201B0B8-0C12-58E9-C82D-9B5DCD576126}"/>
                </a:ext>
              </a:extLst>
            </p:cNvPr>
            <p:cNvSpPr/>
            <p:nvPr/>
          </p:nvSpPr>
          <p:spPr>
            <a:xfrm>
              <a:off x="253932" y="5798689"/>
              <a:ext cx="365760" cy="369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sp>
        <p:nvSpPr>
          <p:cNvPr id="28" name="Elipse 27">
            <a:extLst>
              <a:ext uri="{FF2B5EF4-FFF2-40B4-BE49-F238E27FC236}">
                <a16:creationId xmlns:a16="http://schemas.microsoft.com/office/drawing/2014/main" id="{11FB8F86-EE6F-8D22-3B70-69EEB8A3E3F3}"/>
              </a:ext>
            </a:extLst>
          </p:cNvPr>
          <p:cNvSpPr/>
          <p:nvPr/>
        </p:nvSpPr>
        <p:spPr>
          <a:xfrm>
            <a:off x="5784325" y="4585249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784F52F2-407D-1F8A-0872-C63A42C9D65A}"/>
              </a:ext>
            </a:extLst>
          </p:cNvPr>
          <p:cNvSpPr/>
          <p:nvPr/>
        </p:nvSpPr>
        <p:spPr>
          <a:xfrm>
            <a:off x="6838348" y="3151783"/>
            <a:ext cx="365760" cy="36933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228624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Amarillo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df6dff4-c908-44ba-bdcf-1045e4f4050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7FA84F5ECBDFF4883F4A0E991A66A69" ma:contentTypeVersion="15" ma:contentTypeDescription="Crear nuevo documento." ma:contentTypeScope="" ma:versionID="477877243795d5b12aa6074fbd97336c">
  <xsd:schema xmlns:xsd="http://www.w3.org/2001/XMLSchema" xmlns:xs="http://www.w3.org/2001/XMLSchema" xmlns:p="http://schemas.microsoft.com/office/2006/metadata/properties" xmlns:ns3="fdf6dff4-c908-44ba-bdcf-1045e4f40508" xmlns:ns4="9f3a072d-90bb-45cf-b687-8e75554bd907" targetNamespace="http://schemas.microsoft.com/office/2006/metadata/properties" ma:root="true" ma:fieldsID="d93c92444d10414218e348812920fe46" ns3:_="" ns4:_="">
    <xsd:import namespace="fdf6dff4-c908-44ba-bdcf-1045e4f40508"/>
    <xsd:import namespace="9f3a072d-90bb-45cf-b687-8e75554bd907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bjectDetectorVersions" minOccurs="0"/>
                <xsd:element ref="ns3:MediaServiceAutoTags" minOccurs="0"/>
                <xsd:element ref="ns3:MediaLengthInSecond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OCR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f6dff4-c908-44ba-bdcf-1045e4f40508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3a072d-90bb-45cf-b687-8e75554bd907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9C05ED8-5C62-44AF-AAF8-31F80DD5EE5C}">
  <ds:schemaRefs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elements/1.1/"/>
    <ds:schemaRef ds:uri="9f3a072d-90bb-45cf-b687-8e75554bd907"/>
    <ds:schemaRef ds:uri="fdf6dff4-c908-44ba-bdcf-1045e4f40508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1821AE77-6A2D-4574-BF9B-F3F058AFBF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df6dff4-c908-44ba-bdcf-1045e4f40508"/>
    <ds:schemaRef ds:uri="9f3a072d-90bb-45cf-b687-8e75554bd9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F9569B7-DB56-45FA-9281-FDBE0E6987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481</TotalTime>
  <Words>3527</Words>
  <Application>Microsoft Office PowerPoint</Application>
  <PresentationFormat>Panorámica</PresentationFormat>
  <Paragraphs>2553</Paragraphs>
  <Slides>87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87</vt:i4>
      </vt:variant>
    </vt:vector>
  </HeadingPairs>
  <TitlesOfParts>
    <vt:vector size="91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LEONEL DAVID CABRERA ESQUIVEL</dc:creator>
  <cp:lastModifiedBy>LEONEL DAVID CABRERA ESQUIVEL</cp:lastModifiedBy>
  <cp:revision>1</cp:revision>
  <dcterms:created xsi:type="dcterms:W3CDTF">2026-06-03T20:00:57Z</dcterms:created>
  <dcterms:modified xsi:type="dcterms:W3CDTF">2026-06-04T04:31:07Z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0x01010077FA84F5ECBDFF4883F4A0E991A66A69</vt:lpwstr>
  </property>
</Properties>
</file>